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93455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" r:id="rId6"/>
    <p:sldId id="259" r:id="rId7"/>
    <p:sldId id="260" r:id="rId8"/>
    <p:sldId id="261" r:id="rId9"/>
    <p:sldId id="257" r:id="rId10"/>
    <p:sldId id="262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2">
          <p15:clr>
            <a:srgbClr val="A4A3A4"/>
          </p15:clr>
        </p15:guide>
        <p15:guide id="2" orient="horz" pos="2238">
          <p15:clr>
            <a:srgbClr val="A4A3A4"/>
          </p15:clr>
        </p15:guide>
        <p15:guide id="3" pos="29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eo Martins" initials="TM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4851"/>
    <a:srgbClr val="64B7D9"/>
    <a:srgbClr val="82B9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637D92-4189-4B01-B4E4-EC5AD37E817B}" v="6" dt="2023-09-15T16:54:43.180"/>
    <p1510:client id="{519877D7-42C4-42F8-82C2-02F3068C110D}" v="18" dt="2023-06-09T17:44:12.204"/>
    <p1510:client id="{D4CA263F-84A2-4399-9C80-B93F8A9B09B7}" v="68" dt="2023-09-15T17:00:21.8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7" autoAdjust="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1932" y="102"/>
      </p:cViewPr>
      <p:guideLst>
        <p:guide orient="horz" pos="1822"/>
        <p:guide orient="horz" pos="2238"/>
        <p:guide pos="29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notesViewPr>
    <p:cSldViewPr snapToGrid="0" snapToObjects="1" showGuides="1">
      <p:cViewPr varScale="1">
        <p:scale>
          <a:sx n="70" d="100"/>
          <a:sy n="70" d="100"/>
        </p:scale>
        <p:origin x="-3192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doya, Ron" userId="20b726e1-361a-4046-97c8-437ff98f3d6b" providerId="ADAL" clId="{519877D7-42C4-42F8-82C2-02F3068C110D}"/>
    <pc:docChg chg="undo custSel addSld delSld modSld sldOrd">
      <pc:chgData name="Bedoya, Ron" userId="20b726e1-361a-4046-97c8-437ff98f3d6b" providerId="ADAL" clId="{519877D7-42C4-42F8-82C2-02F3068C110D}" dt="2023-06-09T17:57:17.335" v="1747" actId="1076"/>
      <pc:docMkLst>
        <pc:docMk/>
      </pc:docMkLst>
      <pc:sldChg chg="modSp mod">
        <pc:chgData name="Bedoya, Ron" userId="20b726e1-361a-4046-97c8-437ff98f3d6b" providerId="ADAL" clId="{519877D7-42C4-42F8-82C2-02F3068C110D}" dt="2023-06-09T16:35:33.639" v="102" actId="20577"/>
        <pc:sldMkLst>
          <pc:docMk/>
          <pc:sldMk cId="2657113820" sldId="256"/>
        </pc:sldMkLst>
        <pc:spChg chg="mod">
          <ac:chgData name="Bedoya, Ron" userId="20b726e1-361a-4046-97c8-437ff98f3d6b" providerId="ADAL" clId="{519877D7-42C4-42F8-82C2-02F3068C110D}" dt="2023-06-09T16:35:33.639" v="102" actId="20577"/>
          <ac:spMkLst>
            <pc:docMk/>
            <pc:sldMk cId="2657113820" sldId="256"/>
            <ac:spMk id="2" creationId="{E8D0EFFD-2A83-4796-B123-0E0A05AC9FEC}"/>
          </ac:spMkLst>
        </pc:spChg>
        <pc:spChg chg="mod">
          <ac:chgData name="Bedoya, Ron" userId="20b726e1-361a-4046-97c8-437ff98f3d6b" providerId="ADAL" clId="{519877D7-42C4-42F8-82C2-02F3068C110D}" dt="2023-06-09T16:34:38.655" v="77" actId="20577"/>
          <ac:spMkLst>
            <pc:docMk/>
            <pc:sldMk cId="2657113820" sldId="256"/>
            <ac:spMk id="3" creationId="{13C0FA4D-656B-4852-9CE7-B9AF86287E86}"/>
          </ac:spMkLst>
        </pc:spChg>
        <pc:spChg chg="mod">
          <ac:chgData name="Bedoya, Ron" userId="20b726e1-361a-4046-97c8-437ff98f3d6b" providerId="ADAL" clId="{519877D7-42C4-42F8-82C2-02F3068C110D}" dt="2023-06-09T16:34:44.666" v="92" actId="20577"/>
          <ac:spMkLst>
            <pc:docMk/>
            <pc:sldMk cId="2657113820" sldId="256"/>
            <ac:spMk id="4" creationId="{F1906CA3-C2B8-4B4B-942E-A532F69DE240}"/>
          </ac:spMkLst>
        </pc:spChg>
      </pc:sldChg>
      <pc:sldChg chg="addSp delSp modSp mod">
        <pc:chgData name="Bedoya, Ron" userId="20b726e1-361a-4046-97c8-437ff98f3d6b" providerId="ADAL" clId="{519877D7-42C4-42F8-82C2-02F3068C110D}" dt="2023-06-09T17:45:50.871" v="1352" actId="14100"/>
        <pc:sldMkLst>
          <pc:docMk/>
          <pc:sldMk cId="1958206775" sldId="257"/>
        </pc:sldMkLst>
        <pc:spChg chg="del">
          <ac:chgData name="Bedoya, Ron" userId="20b726e1-361a-4046-97c8-437ff98f3d6b" providerId="ADAL" clId="{519877D7-42C4-42F8-82C2-02F3068C110D}" dt="2023-06-09T16:29:37.554" v="13" actId="478"/>
          <ac:spMkLst>
            <pc:docMk/>
            <pc:sldMk cId="1958206775" sldId="257"/>
            <ac:spMk id="2" creationId="{9A6D8149-179E-4C95-A0A3-9A017C7EA3FE}"/>
          </ac:spMkLst>
        </pc:spChg>
        <pc:spChg chg="del">
          <ac:chgData name="Bedoya, Ron" userId="20b726e1-361a-4046-97c8-437ff98f3d6b" providerId="ADAL" clId="{519877D7-42C4-42F8-82C2-02F3068C110D}" dt="2023-06-09T16:23:45.686" v="1" actId="478"/>
          <ac:spMkLst>
            <pc:docMk/>
            <pc:sldMk cId="1958206775" sldId="257"/>
            <ac:spMk id="3" creationId="{5FA9D37B-36F9-4257-AC4A-D654286CDD35}"/>
          </ac:spMkLst>
        </pc:spChg>
        <pc:spChg chg="del">
          <ac:chgData name="Bedoya, Ron" userId="20b726e1-361a-4046-97c8-437ff98f3d6b" providerId="ADAL" clId="{519877D7-42C4-42F8-82C2-02F3068C110D}" dt="2023-06-09T16:23:43.472" v="0" actId="478"/>
          <ac:spMkLst>
            <pc:docMk/>
            <pc:sldMk cId="1958206775" sldId="257"/>
            <ac:spMk id="4" creationId="{0523F42C-26C9-476A-A354-539783DE72D3}"/>
          </ac:spMkLst>
        </pc:spChg>
        <pc:picChg chg="add del mod">
          <ac:chgData name="Bedoya, Ron" userId="20b726e1-361a-4046-97c8-437ff98f3d6b" providerId="ADAL" clId="{519877D7-42C4-42F8-82C2-02F3068C110D}" dt="2023-06-09T16:24:02.296" v="5" actId="478"/>
          <ac:picMkLst>
            <pc:docMk/>
            <pc:sldMk cId="1958206775" sldId="257"/>
            <ac:picMk id="6" creationId="{8FA5BBEE-685C-80EA-1DB4-CB4405D7F2A9}"/>
          </ac:picMkLst>
        </pc:picChg>
        <pc:picChg chg="add del mod">
          <ac:chgData name="Bedoya, Ron" userId="20b726e1-361a-4046-97c8-437ff98f3d6b" providerId="ADAL" clId="{519877D7-42C4-42F8-82C2-02F3068C110D}" dt="2023-06-09T17:45:44.265" v="1350" actId="478"/>
          <ac:picMkLst>
            <pc:docMk/>
            <pc:sldMk cId="1958206775" sldId="257"/>
            <ac:picMk id="8" creationId="{8981E5F1-9D41-A9FF-EA0A-BF02318508BD}"/>
          </ac:picMkLst>
        </pc:picChg>
        <pc:picChg chg="add mod">
          <ac:chgData name="Bedoya, Ron" userId="20b726e1-361a-4046-97c8-437ff98f3d6b" providerId="ADAL" clId="{519877D7-42C4-42F8-82C2-02F3068C110D}" dt="2023-06-09T17:45:50.871" v="1352" actId="14100"/>
          <ac:picMkLst>
            <pc:docMk/>
            <pc:sldMk cId="1958206775" sldId="257"/>
            <ac:picMk id="10" creationId="{3517A10E-28CD-6E24-D6FE-AF1F4183D8C4}"/>
          </ac:picMkLst>
        </pc:picChg>
      </pc:sldChg>
      <pc:sldChg chg="addSp delSp modSp add mod ord modClrScheme chgLayout">
        <pc:chgData name="Bedoya, Ron" userId="20b726e1-361a-4046-97c8-437ff98f3d6b" providerId="ADAL" clId="{519877D7-42C4-42F8-82C2-02F3068C110D}" dt="2023-06-09T16:40:51.107" v="234"/>
        <pc:sldMkLst>
          <pc:docMk/>
          <pc:sldMk cId="3431422302" sldId="258"/>
        </pc:sldMkLst>
        <pc:spChg chg="add mod">
          <ac:chgData name="Bedoya, Ron" userId="20b726e1-361a-4046-97c8-437ff98f3d6b" providerId="ADAL" clId="{519877D7-42C4-42F8-82C2-02F3068C110D}" dt="2023-06-09T16:37:56.452" v="209" actId="20577"/>
          <ac:spMkLst>
            <pc:docMk/>
            <pc:sldMk cId="3431422302" sldId="258"/>
            <ac:spMk id="2" creationId="{3E989D55-F2F4-3A60-FC8C-8FAAB652411F}"/>
          </ac:spMkLst>
        </pc:spChg>
        <pc:spChg chg="add mod">
          <ac:chgData name="Bedoya, Ron" userId="20b726e1-361a-4046-97c8-437ff98f3d6b" providerId="ADAL" clId="{519877D7-42C4-42F8-82C2-02F3068C110D}" dt="2023-06-09T16:39:09.576" v="222" actId="122"/>
          <ac:spMkLst>
            <pc:docMk/>
            <pc:sldMk cId="3431422302" sldId="258"/>
            <ac:spMk id="3" creationId="{378AEE30-84B3-5507-B5AB-B4AF3FF93EF6}"/>
          </ac:spMkLst>
        </pc:spChg>
        <pc:spChg chg="add mod">
          <ac:chgData name="Bedoya, Ron" userId="20b726e1-361a-4046-97c8-437ff98f3d6b" providerId="ADAL" clId="{519877D7-42C4-42F8-82C2-02F3068C110D}" dt="2023-06-09T16:39:20.010" v="223" actId="1076"/>
          <ac:spMkLst>
            <pc:docMk/>
            <pc:sldMk cId="3431422302" sldId="258"/>
            <ac:spMk id="4" creationId="{0AEF6E51-3767-AB67-BE09-BF7F31ADF111}"/>
          </ac:spMkLst>
        </pc:spChg>
        <pc:spChg chg="add mod">
          <ac:chgData name="Bedoya, Ron" userId="20b726e1-361a-4046-97c8-437ff98f3d6b" providerId="ADAL" clId="{519877D7-42C4-42F8-82C2-02F3068C110D}" dt="2023-06-09T16:40:47.284" v="232" actId="313"/>
          <ac:spMkLst>
            <pc:docMk/>
            <pc:sldMk cId="3431422302" sldId="258"/>
            <ac:spMk id="6" creationId="{1102D5FF-8AB7-679A-E446-11F6A1143757}"/>
          </ac:spMkLst>
        </pc:spChg>
        <pc:picChg chg="add mod">
          <ac:chgData name="Bedoya, Ron" userId="20b726e1-361a-4046-97c8-437ff98f3d6b" providerId="ADAL" clId="{519877D7-42C4-42F8-82C2-02F3068C110D}" dt="2023-06-09T16:40:41.970" v="231" actId="1076"/>
          <ac:picMkLst>
            <pc:docMk/>
            <pc:sldMk cId="3431422302" sldId="258"/>
            <ac:picMk id="7" creationId="{4046CDCF-EA31-8018-5EDD-DD14189A79C3}"/>
          </ac:picMkLst>
        </pc:picChg>
        <pc:picChg chg="del">
          <ac:chgData name="Bedoya, Ron" userId="20b726e1-361a-4046-97c8-437ff98f3d6b" providerId="ADAL" clId="{519877D7-42C4-42F8-82C2-02F3068C110D}" dt="2023-06-09T16:34:53.960" v="94" actId="478"/>
          <ac:picMkLst>
            <pc:docMk/>
            <pc:sldMk cId="3431422302" sldId="258"/>
            <ac:picMk id="8" creationId="{8981E5F1-9D41-A9FF-EA0A-BF02318508BD}"/>
          </ac:picMkLst>
        </pc:picChg>
      </pc:sldChg>
      <pc:sldChg chg="addSp delSp modSp add mod">
        <pc:chgData name="Bedoya, Ron" userId="20b726e1-361a-4046-97c8-437ff98f3d6b" providerId="ADAL" clId="{519877D7-42C4-42F8-82C2-02F3068C110D}" dt="2023-06-09T16:44:49.527" v="360" actId="1076"/>
        <pc:sldMkLst>
          <pc:docMk/>
          <pc:sldMk cId="1208917077" sldId="259"/>
        </pc:sldMkLst>
        <pc:spChg chg="mod">
          <ac:chgData name="Bedoya, Ron" userId="20b726e1-361a-4046-97c8-437ff98f3d6b" providerId="ADAL" clId="{519877D7-42C4-42F8-82C2-02F3068C110D}" dt="2023-06-09T16:42:06.008" v="308" actId="20577"/>
          <ac:spMkLst>
            <pc:docMk/>
            <pc:sldMk cId="1208917077" sldId="259"/>
            <ac:spMk id="3" creationId="{378AEE30-84B3-5507-B5AB-B4AF3FF93EF6}"/>
          </ac:spMkLst>
        </pc:spChg>
        <pc:spChg chg="mod">
          <ac:chgData name="Bedoya, Ron" userId="20b726e1-361a-4046-97c8-437ff98f3d6b" providerId="ADAL" clId="{519877D7-42C4-42F8-82C2-02F3068C110D}" dt="2023-06-09T16:41:21.889" v="278" actId="20577"/>
          <ac:spMkLst>
            <pc:docMk/>
            <pc:sldMk cId="1208917077" sldId="259"/>
            <ac:spMk id="4" creationId="{0AEF6E51-3767-AB67-BE09-BF7F31ADF111}"/>
          </ac:spMkLst>
        </pc:spChg>
        <pc:spChg chg="mod">
          <ac:chgData name="Bedoya, Ron" userId="20b726e1-361a-4046-97c8-437ff98f3d6b" providerId="ADAL" clId="{519877D7-42C4-42F8-82C2-02F3068C110D}" dt="2023-06-09T16:44:18.825" v="357" actId="20577"/>
          <ac:spMkLst>
            <pc:docMk/>
            <pc:sldMk cId="1208917077" sldId="259"/>
            <ac:spMk id="6" creationId="{1102D5FF-8AB7-679A-E446-11F6A1143757}"/>
          </ac:spMkLst>
        </pc:spChg>
        <pc:picChg chg="add mod">
          <ac:chgData name="Bedoya, Ron" userId="20b726e1-361a-4046-97c8-437ff98f3d6b" providerId="ADAL" clId="{519877D7-42C4-42F8-82C2-02F3068C110D}" dt="2023-06-09T16:44:49.527" v="360" actId="1076"/>
          <ac:picMkLst>
            <pc:docMk/>
            <pc:sldMk cId="1208917077" sldId="259"/>
            <ac:picMk id="5" creationId="{348D7232-B276-F839-5343-19C115F4985D}"/>
          </ac:picMkLst>
        </pc:picChg>
        <pc:picChg chg="del">
          <ac:chgData name="Bedoya, Ron" userId="20b726e1-361a-4046-97c8-437ff98f3d6b" providerId="ADAL" clId="{519877D7-42C4-42F8-82C2-02F3068C110D}" dt="2023-06-09T16:44:41.690" v="359" actId="478"/>
          <ac:picMkLst>
            <pc:docMk/>
            <pc:sldMk cId="1208917077" sldId="259"/>
            <ac:picMk id="7" creationId="{4046CDCF-EA31-8018-5EDD-DD14189A79C3}"/>
          </ac:picMkLst>
        </pc:picChg>
      </pc:sldChg>
      <pc:sldChg chg="addSp delSp modSp add mod">
        <pc:chgData name="Bedoya, Ron" userId="20b726e1-361a-4046-97c8-437ff98f3d6b" providerId="ADAL" clId="{519877D7-42C4-42F8-82C2-02F3068C110D}" dt="2023-06-09T17:32:24.377" v="584" actId="207"/>
        <pc:sldMkLst>
          <pc:docMk/>
          <pc:sldMk cId="4085774997" sldId="260"/>
        </pc:sldMkLst>
        <pc:spChg chg="mod">
          <ac:chgData name="Bedoya, Ron" userId="20b726e1-361a-4046-97c8-437ff98f3d6b" providerId="ADAL" clId="{519877D7-42C4-42F8-82C2-02F3068C110D}" dt="2023-06-09T16:46:15.334" v="390" actId="20577"/>
          <ac:spMkLst>
            <pc:docMk/>
            <pc:sldMk cId="4085774997" sldId="260"/>
            <ac:spMk id="3" creationId="{378AEE30-84B3-5507-B5AB-B4AF3FF93EF6}"/>
          </ac:spMkLst>
        </pc:spChg>
        <pc:spChg chg="mod">
          <ac:chgData name="Bedoya, Ron" userId="20b726e1-361a-4046-97c8-437ff98f3d6b" providerId="ADAL" clId="{519877D7-42C4-42F8-82C2-02F3068C110D}" dt="2023-06-09T16:46:22.199" v="391" actId="313"/>
          <ac:spMkLst>
            <pc:docMk/>
            <pc:sldMk cId="4085774997" sldId="260"/>
            <ac:spMk id="4" creationId="{0AEF6E51-3767-AB67-BE09-BF7F31ADF111}"/>
          </ac:spMkLst>
        </pc:spChg>
        <pc:spChg chg="mod">
          <ac:chgData name="Bedoya, Ron" userId="20b726e1-361a-4046-97c8-437ff98f3d6b" providerId="ADAL" clId="{519877D7-42C4-42F8-82C2-02F3068C110D}" dt="2023-06-09T17:32:24.377" v="584" actId="207"/>
          <ac:spMkLst>
            <pc:docMk/>
            <pc:sldMk cId="4085774997" sldId="260"/>
            <ac:spMk id="6" creationId="{1102D5FF-8AB7-679A-E446-11F6A1143757}"/>
          </ac:spMkLst>
        </pc:spChg>
        <pc:picChg chg="del">
          <ac:chgData name="Bedoya, Ron" userId="20b726e1-361a-4046-97c8-437ff98f3d6b" providerId="ADAL" clId="{519877D7-42C4-42F8-82C2-02F3068C110D}" dt="2023-06-09T16:45:43.600" v="373" actId="478"/>
          <ac:picMkLst>
            <pc:docMk/>
            <pc:sldMk cId="4085774997" sldId="260"/>
            <ac:picMk id="5" creationId="{348D7232-B276-F839-5343-19C115F4985D}"/>
          </ac:picMkLst>
        </pc:picChg>
        <pc:picChg chg="add mod">
          <ac:chgData name="Bedoya, Ron" userId="20b726e1-361a-4046-97c8-437ff98f3d6b" providerId="ADAL" clId="{519877D7-42C4-42F8-82C2-02F3068C110D}" dt="2023-06-09T16:46:05.721" v="382" actId="1076"/>
          <ac:picMkLst>
            <pc:docMk/>
            <pc:sldMk cId="4085774997" sldId="260"/>
            <ac:picMk id="7" creationId="{F43C9024-CC46-CEB3-664B-BDBDA1AA34D3}"/>
          </ac:picMkLst>
        </pc:picChg>
        <pc:picChg chg="add del mod">
          <ac:chgData name="Bedoya, Ron" userId="20b726e1-361a-4046-97c8-437ff98f3d6b" providerId="ADAL" clId="{519877D7-42C4-42F8-82C2-02F3068C110D}" dt="2023-06-09T16:46:45.754" v="395" actId="478"/>
          <ac:picMkLst>
            <pc:docMk/>
            <pc:sldMk cId="4085774997" sldId="260"/>
            <ac:picMk id="8" creationId="{BDA7DC1D-B67E-D5A9-451C-F280E5C082F0}"/>
          </ac:picMkLst>
        </pc:picChg>
      </pc:sldChg>
      <pc:sldChg chg="addSp delSp modSp add mod">
        <pc:chgData name="Bedoya, Ron" userId="20b726e1-361a-4046-97c8-437ff98f3d6b" providerId="ADAL" clId="{519877D7-42C4-42F8-82C2-02F3068C110D}" dt="2023-06-09T17:35:50.396" v="610" actId="1076"/>
        <pc:sldMkLst>
          <pc:docMk/>
          <pc:sldMk cId="3059568801" sldId="261"/>
        </pc:sldMkLst>
        <pc:spChg chg="mod">
          <ac:chgData name="Bedoya, Ron" userId="20b726e1-361a-4046-97c8-437ff98f3d6b" providerId="ADAL" clId="{519877D7-42C4-42F8-82C2-02F3068C110D}" dt="2023-06-09T17:35:41.157" v="607" actId="1076"/>
          <ac:spMkLst>
            <pc:docMk/>
            <pc:sldMk cId="3059568801" sldId="261"/>
            <ac:spMk id="3" creationId="{378AEE30-84B3-5507-B5AB-B4AF3FF93EF6}"/>
          </ac:spMkLst>
        </pc:spChg>
        <pc:spChg chg="mod">
          <ac:chgData name="Bedoya, Ron" userId="20b726e1-361a-4046-97c8-437ff98f3d6b" providerId="ADAL" clId="{519877D7-42C4-42F8-82C2-02F3068C110D}" dt="2023-06-09T16:49:58.932" v="500" actId="1076"/>
          <ac:spMkLst>
            <pc:docMk/>
            <pc:sldMk cId="3059568801" sldId="261"/>
            <ac:spMk id="4" creationId="{0AEF6E51-3767-AB67-BE09-BF7F31ADF111}"/>
          </ac:spMkLst>
        </pc:spChg>
        <pc:spChg chg="mod">
          <ac:chgData name="Bedoya, Ron" userId="20b726e1-361a-4046-97c8-437ff98f3d6b" providerId="ADAL" clId="{519877D7-42C4-42F8-82C2-02F3068C110D}" dt="2023-06-09T17:35:50.396" v="610" actId="1076"/>
          <ac:spMkLst>
            <pc:docMk/>
            <pc:sldMk cId="3059568801" sldId="261"/>
            <ac:spMk id="6" creationId="{1102D5FF-8AB7-679A-E446-11F6A1143757}"/>
          </ac:spMkLst>
        </pc:spChg>
        <pc:picChg chg="add mod">
          <ac:chgData name="Bedoya, Ron" userId="20b726e1-361a-4046-97c8-437ff98f3d6b" providerId="ADAL" clId="{519877D7-42C4-42F8-82C2-02F3068C110D}" dt="2023-06-09T17:35:43.068" v="608" actId="1076"/>
          <ac:picMkLst>
            <pc:docMk/>
            <pc:sldMk cId="3059568801" sldId="261"/>
            <ac:picMk id="5" creationId="{D9F44F24-2BDC-0223-6824-7104D1CDE293}"/>
          </ac:picMkLst>
        </pc:picChg>
        <pc:picChg chg="del">
          <ac:chgData name="Bedoya, Ron" userId="20b726e1-361a-4046-97c8-437ff98f3d6b" providerId="ADAL" clId="{519877D7-42C4-42F8-82C2-02F3068C110D}" dt="2023-06-09T16:50:21.507" v="546" actId="478"/>
          <ac:picMkLst>
            <pc:docMk/>
            <pc:sldMk cId="3059568801" sldId="261"/>
            <ac:picMk id="7" creationId="{F43C9024-CC46-CEB3-664B-BDBDA1AA34D3}"/>
          </ac:picMkLst>
        </pc:picChg>
        <pc:picChg chg="add del">
          <ac:chgData name="Bedoya, Ron" userId="20b726e1-361a-4046-97c8-437ff98f3d6b" providerId="ADAL" clId="{519877D7-42C4-42F8-82C2-02F3068C110D}" dt="2023-06-09T17:33:39.461" v="589"/>
          <ac:picMkLst>
            <pc:docMk/>
            <pc:sldMk cId="3059568801" sldId="261"/>
            <ac:picMk id="8" creationId="{103294AF-5DAA-C18E-4B7E-F18D4AF7CDAD}"/>
          </ac:picMkLst>
        </pc:picChg>
        <pc:picChg chg="add mod">
          <ac:chgData name="Bedoya, Ron" userId="20b726e1-361a-4046-97c8-437ff98f3d6b" providerId="ADAL" clId="{519877D7-42C4-42F8-82C2-02F3068C110D}" dt="2023-06-09T17:35:46.151" v="609" actId="1076"/>
          <ac:picMkLst>
            <pc:docMk/>
            <pc:sldMk cId="3059568801" sldId="261"/>
            <ac:picMk id="9" creationId="{091C4346-F1E8-BAF1-DD97-ADFE5EF3C35B}"/>
          </ac:picMkLst>
        </pc:picChg>
        <pc:picChg chg="add del">
          <ac:chgData name="Bedoya, Ron" userId="20b726e1-361a-4046-97c8-437ff98f3d6b" providerId="ADAL" clId="{519877D7-42C4-42F8-82C2-02F3068C110D}" dt="2023-06-09T17:33:43.121" v="591"/>
          <ac:picMkLst>
            <pc:docMk/>
            <pc:sldMk cId="3059568801" sldId="261"/>
            <ac:picMk id="1026" creationId="{7D38F3D7-D903-D49D-F936-8FB015ACBE9E}"/>
          </ac:picMkLst>
        </pc:picChg>
      </pc:sldChg>
      <pc:sldChg chg="addSp delSp modSp add mod">
        <pc:chgData name="Bedoya, Ron" userId="20b726e1-361a-4046-97c8-437ff98f3d6b" providerId="ADAL" clId="{519877D7-42C4-42F8-82C2-02F3068C110D}" dt="2023-06-09T17:46:11.190" v="1379" actId="20577"/>
        <pc:sldMkLst>
          <pc:docMk/>
          <pc:sldMk cId="1210506248" sldId="262"/>
        </pc:sldMkLst>
        <pc:spChg chg="mod">
          <ac:chgData name="Bedoya, Ron" userId="20b726e1-361a-4046-97c8-437ff98f3d6b" providerId="ADAL" clId="{519877D7-42C4-42F8-82C2-02F3068C110D}" dt="2023-06-09T17:46:11.190" v="1379" actId="20577"/>
          <ac:spMkLst>
            <pc:docMk/>
            <pc:sldMk cId="1210506248" sldId="262"/>
            <ac:spMk id="2" creationId="{3E989D55-F2F4-3A60-FC8C-8FAAB652411F}"/>
          </ac:spMkLst>
        </pc:spChg>
        <pc:spChg chg="mod">
          <ac:chgData name="Bedoya, Ron" userId="20b726e1-361a-4046-97c8-437ff98f3d6b" providerId="ADAL" clId="{519877D7-42C4-42F8-82C2-02F3068C110D}" dt="2023-06-09T17:37:36.699" v="734" actId="20577"/>
          <ac:spMkLst>
            <pc:docMk/>
            <pc:sldMk cId="1210506248" sldId="262"/>
            <ac:spMk id="3" creationId="{378AEE30-84B3-5507-B5AB-B4AF3FF93EF6}"/>
          </ac:spMkLst>
        </pc:spChg>
        <pc:spChg chg="mod">
          <ac:chgData name="Bedoya, Ron" userId="20b726e1-361a-4046-97c8-437ff98f3d6b" providerId="ADAL" clId="{519877D7-42C4-42F8-82C2-02F3068C110D}" dt="2023-06-09T17:37:04.442" v="640" actId="20577"/>
          <ac:spMkLst>
            <pc:docMk/>
            <pc:sldMk cId="1210506248" sldId="262"/>
            <ac:spMk id="4" creationId="{0AEF6E51-3767-AB67-BE09-BF7F31ADF111}"/>
          </ac:spMkLst>
        </pc:spChg>
        <pc:spChg chg="del mod">
          <ac:chgData name="Bedoya, Ron" userId="20b726e1-361a-4046-97c8-437ff98f3d6b" providerId="ADAL" clId="{519877D7-42C4-42F8-82C2-02F3068C110D}" dt="2023-06-09T17:37:44.569" v="738" actId="478"/>
          <ac:spMkLst>
            <pc:docMk/>
            <pc:sldMk cId="1210506248" sldId="262"/>
            <ac:spMk id="6" creationId="{1102D5FF-8AB7-679A-E446-11F6A1143757}"/>
          </ac:spMkLst>
        </pc:spChg>
        <pc:spChg chg="add mod">
          <ac:chgData name="Bedoya, Ron" userId="20b726e1-361a-4046-97c8-437ff98f3d6b" providerId="ADAL" clId="{519877D7-42C4-42F8-82C2-02F3068C110D}" dt="2023-06-09T17:44:27.793" v="1349" actId="122"/>
          <ac:spMkLst>
            <pc:docMk/>
            <pc:sldMk cId="1210506248" sldId="262"/>
            <ac:spMk id="8" creationId="{367939A9-393D-9469-EF10-BF14939EDDF2}"/>
          </ac:spMkLst>
        </pc:spChg>
        <pc:picChg chg="del">
          <ac:chgData name="Bedoya, Ron" userId="20b726e1-361a-4046-97c8-437ff98f3d6b" providerId="ADAL" clId="{519877D7-42C4-42F8-82C2-02F3068C110D}" dt="2023-06-09T17:37:39.405" v="735" actId="478"/>
          <ac:picMkLst>
            <pc:docMk/>
            <pc:sldMk cId="1210506248" sldId="262"/>
            <ac:picMk id="5" creationId="{D9F44F24-2BDC-0223-6824-7104D1CDE293}"/>
          </ac:picMkLst>
        </pc:picChg>
        <pc:picChg chg="del">
          <ac:chgData name="Bedoya, Ron" userId="20b726e1-361a-4046-97c8-437ff98f3d6b" providerId="ADAL" clId="{519877D7-42C4-42F8-82C2-02F3068C110D}" dt="2023-06-09T17:37:40.434" v="736" actId="478"/>
          <ac:picMkLst>
            <pc:docMk/>
            <pc:sldMk cId="1210506248" sldId="262"/>
            <ac:picMk id="9" creationId="{091C4346-F1E8-BAF1-DD97-ADFE5EF3C35B}"/>
          </ac:picMkLst>
        </pc:picChg>
      </pc:sldChg>
      <pc:sldChg chg="add del">
        <pc:chgData name="Bedoya, Ron" userId="20b726e1-361a-4046-97c8-437ff98f3d6b" providerId="ADAL" clId="{519877D7-42C4-42F8-82C2-02F3068C110D}" dt="2023-06-09T17:36:37.488" v="612" actId="47"/>
        <pc:sldMkLst>
          <pc:docMk/>
          <pc:sldMk cId="1703286067" sldId="262"/>
        </pc:sldMkLst>
      </pc:sldChg>
      <pc:sldChg chg="modSp add mod ord">
        <pc:chgData name="Bedoya, Ron" userId="20b726e1-361a-4046-97c8-437ff98f3d6b" providerId="ADAL" clId="{519877D7-42C4-42F8-82C2-02F3068C110D}" dt="2023-06-09T17:55:56.367" v="1727" actId="20577"/>
        <pc:sldMkLst>
          <pc:docMk/>
          <pc:sldMk cId="382134418" sldId="263"/>
        </pc:sldMkLst>
        <pc:spChg chg="mod">
          <ac:chgData name="Bedoya, Ron" userId="20b726e1-361a-4046-97c8-437ff98f3d6b" providerId="ADAL" clId="{519877D7-42C4-42F8-82C2-02F3068C110D}" dt="2023-06-09T17:50:48.026" v="1396" actId="20577"/>
          <ac:spMkLst>
            <pc:docMk/>
            <pc:sldMk cId="382134418" sldId="263"/>
            <ac:spMk id="2" creationId="{3E989D55-F2F4-3A60-FC8C-8FAAB652411F}"/>
          </ac:spMkLst>
        </pc:spChg>
        <pc:spChg chg="mod">
          <ac:chgData name="Bedoya, Ron" userId="20b726e1-361a-4046-97c8-437ff98f3d6b" providerId="ADAL" clId="{519877D7-42C4-42F8-82C2-02F3068C110D}" dt="2023-06-09T17:55:56.367" v="1727" actId="20577"/>
          <ac:spMkLst>
            <pc:docMk/>
            <pc:sldMk cId="382134418" sldId="263"/>
            <ac:spMk id="8" creationId="{367939A9-393D-9469-EF10-BF14939EDDF2}"/>
          </ac:spMkLst>
        </pc:spChg>
      </pc:sldChg>
      <pc:sldChg chg="addSp delSp modSp add mod ord">
        <pc:chgData name="Bedoya, Ron" userId="20b726e1-361a-4046-97c8-437ff98f3d6b" providerId="ADAL" clId="{519877D7-42C4-42F8-82C2-02F3068C110D}" dt="2023-06-09T17:57:17.335" v="1747" actId="1076"/>
        <pc:sldMkLst>
          <pc:docMk/>
          <pc:sldMk cId="3323236752" sldId="264"/>
        </pc:sldMkLst>
        <pc:spChg chg="add del mod">
          <ac:chgData name="Bedoya, Ron" userId="20b726e1-361a-4046-97c8-437ff98f3d6b" providerId="ADAL" clId="{519877D7-42C4-42F8-82C2-02F3068C110D}" dt="2023-06-09T17:57:17.335" v="1747" actId="1076"/>
          <ac:spMkLst>
            <pc:docMk/>
            <pc:sldMk cId="3323236752" sldId="264"/>
            <ac:spMk id="2" creationId="{E8D0EFFD-2A83-4796-B123-0E0A05AC9FEC}"/>
          </ac:spMkLst>
        </pc:spChg>
        <pc:spChg chg="del">
          <ac:chgData name="Bedoya, Ron" userId="20b726e1-361a-4046-97c8-437ff98f3d6b" providerId="ADAL" clId="{519877D7-42C4-42F8-82C2-02F3068C110D}" dt="2023-06-09T17:56:35.921" v="1736" actId="478"/>
          <ac:spMkLst>
            <pc:docMk/>
            <pc:sldMk cId="3323236752" sldId="264"/>
            <ac:spMk id="3" creationId="{13C0FA4D-656B-4852-9CE7-B9AF86287E86}"/>
          </ac:spMkLst>
        </pc:spChg>
        <pc:spChg chg="mod">
          <ac:chgData name="Bedoya, Ron" userId="20b726e1-361a-4046-97c8-437ff98f3d6b" providerId="ADAL" clId="{519877D7-42C4-42F8-82C2-02F3068C110D}" dt="2023-06-09T17:56:25.902" v="1732" actId="20577"/>
          <ac:spMkLst>
            <pc:docMk/>
            <pc:sldMk cId="3323236752" sldId="264"/>
            <ac:spMk id="4" creationId="{F1906CA3-C2B8-4B4B-942E-A532F69DE240}"/>
          </ac:spMkLst>
        </pc:spChg>
        <pc:spChg chg="add del mod">
          <ac:chgData name="Bedoya, Ron" userId="20b726e1-361a-4046-97c8-437ff98f3d6b" providerId="ADAL" clId="{519877D7-42C4-42F8-82C2-02F3068C110D}" dt="2023-06-09T17:56:38.894" v="1737" actId="478"/>
          <ac:spMkLst>
            <pc:docMk/>
            <pc:sldMk cId="3323236752" sldId="264"/>
            <ac:spMk id="6" creationId="{C3D2D0C0-C13F-77FB-2A04-8AD0AF70524D}"/>
          </ac:spMkLst>
        </pc:spChg>
        <pc:spChg chg="add del mod">
          <ac:chgData name="Bedoya, Ron" userId="20b726e1-361a-4046-97c8-437ff98f3d6b" providerId="ADAL" clId="{519877D7-42C4-42F8-82C2-02F3068C110D}" dt="2023-06-09T17:56:58.036" v="1741" actId="478"/>
          <ac:spMkLst>
            <pc:docMk/>
            <pc:sldMk cId="3323236752" sldId="264"/>
            <ac:spMk id="8" creationId="{6D05D4DF-96B2-74E0-929B-A7FE95DDF156}"/>
          </ac:spMkLst>
        </pc:spChg>
      </pc:sldChg>
    </pc:docChg>
  </pc:docChgLst>
  <pc:docChgLst>
    <pc:chgData name="Turnage, Shannon" userId="S::shannon.turnage@opusinspection.com::e87d4844-6a2d-46ee-bb0c-680618d6323c" providerId="AD" clId="Web-{1A637D92-4189-4B01-B4E4-EC5AD37E817B}"/>
    <pc:docChg chg="modSld">
      <pc:chgData name="Turnage, Shannon" userId="S::shannon.turnage@opusinspection.com::e87d4844-6a2d-46ee-bb0c-680618d6323c" providerId="AD" clId="Web-{1A637D92-4189-4B01-B4E4-EC5AD37E817B}" dt="2023-09-15T16:54:43.180" v="5" actId="20577"/>
      <pc:docMkLst>
        <pc:docMk/>
      </pc:docMkLst>
      <pc:sldChg chg="modSp">
        <pc:chgData name="Turnage, Shannon" userId="S::shannon.turnage@opusinspection.com::e87d4844-6a2d-46ee-bb0c-680618d6323c" providerId="AD" clId="Web-{1A637D92-4189-4B01-B4E4-EC5AD37E817B}" dt="2023-09-15T16:54:43.180" v="5" actId="20577"/>
        <pc:sldMkLst>
          <pc:docMk/>
          <pc:sldMk cId="2657113820" sldId="256"/>
        </pc:sldMkLst>
        <pc:spChg chg="mod">
          <ac:chgData name="Turnage, Shannon" userId="S::shannon.turnage@opusinspection.com::e87d4844-6a2d-46ee-bb0c-680618d6323c" providerId="AD" clId="Web-{1A637D92-4189-4B01-B4E4-EC5AD37E817B}" dt="2023-09-15T16:53:29.678" v="3" actId="20577"/>
          <ac:spMkLst>
            <pc:docMk/>
            <pc:sldMk cId="2657113820" sldId="256"/>
            <ac:spMk id="2" creationId="{E8D0EFFD-2A83-4796-B123-0E0A05AC9FEC}"/>
          </ac:spMkLst>
        </pc:spChg>
        <pc:spChg chg="mod">
          <ac:chgData name="Turnage, Shannon" userId="S::shannon.turnage@opusinspection.com::e87d4844-6a2d-46ee-bb0c-680618d6323c" providerId="AD" clId="Web-{1A637D92-4189-4B01-B4E4-EC5AD37E817B}" dt="2023-09-15T16:54:27.742" v="4" actId="20577"/>
          <ac:spMkLst>
            <pc:docMk/>
            <pc:sldMk cId="2657113820" sldId="256"/>
            <ac:spMk id="3" creationId="{13C0FA4D-656B-4852-9CE7-B9AF86287E86}"/>
          </ac:spMkLst>
        </pc:spChg>
        <pc:spChg chg="mod">
          <ac:chgData name="Turnage, Shannon" userId="S::shannon.turnage@opusinspection.com::e87d4844-6a2d-46ee-bb0c-680618d6323c" providerId="AD" clId="Web-{1A637D92-4189-4B01-B4E4-EC5AD37E817B}" dt="2023-09-15T16:54:43.180" v="5" actId="20577"/>
          <ac:spMkLst>
            <pc:docMk/>
            <pc:sldMk cId="2657113820" sldId="256"/>
            <ac:spMk id="4" creationId="{F1906CA3-C2B8-4B4B-942E-A532F69DE240}"/>
          </ac:spMkLst>
        </pc:spChg>
      </pc:sldChg>
    </pc:docChg>
  </pc:docChgLst>
  <pc:docChgLst>
    <pc:chgData name="Turnage, Shannon" userId="S::shannon.turnage@opusinspection.com::e87d4844-6a2d-46ee-bb0c-680618d6323c" providerId="AD" clId="Web-{D4CA263F-84A2-4399-9C80-B93F8A9B09B7}"/>
    <pc:docChg chg="modSld sldOrd">
      <pc:chgData name="Turnage, Shannon" userId="S::shannon.turnage@opusinspection.com::e87d4844-6a2d-46ee-bb0c-680618d6323c" providerId="AD" clId="Web-{D4CA263F-84A2-4399-9C80-B93F8A9B09B7}" dt="2023-09-15T17:00:21.861" v="49"/>
      <pc:docMkLst>
        <pc:docMk/>
      </pc:docMkLst>
      <pc:sldChg chg="modSp">
        <pc:chgData name="Turnage, Shannon" userId="S::shannon.turnage@opusinspection.com::e87d4844-6a2d-46ee-bb0c-680618d6323c" providerId="AD" clId="Web-{D4CA263F-84A2-4399-9C80-B93F8A9B09B7}" dt="2023-09-15T16:56:04.229" v="2" actId="20577"/>
        <pc:sldMkLst>
          <pc:docMk/>
          <pc:sldMk cId="2657113820" sldId="256"/>
        </pc:sldMkLst>
        <pc:spChg chg="mod">
          <ac:chgData name="Turnage, Shannon" userId="S::shannon.turnage@opusinspection.com::e87d4844-6a2d-46ee-bb0c-680618d6323c" providerId="AD" clId="Web-{D4CA263F-84A2-4399-9C80-B93F8A9B09B7}" dt="2023-09-15T16:56:04.229" v="2" actId="20577"/>
          <ac:spMkLst>
            <pc:docMk/>
            <pc:sldMk cId="2657113820" sldId="256"/>
            <ac:spMk id="2" creationId="{E8D0EFFD-2A83-4796-B123-0E0A05AC9FEC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6:01.526" v="1" actId="20577"/>
          <ac:spMkLst>
            <pc:docMk/>
            <pc:sldMk cId="2657113820" sldId="256"/>
            <ac:spMk id="3" creationId="{13C0FA4D-656B-4852-9CE7-B9AF86287E86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5:59.495" v="0" actId="20577"/>
          <ac:spMkLst>
            <pc:docMk/>
            <pc:sldMk cId="2657113820" sldId="256"/>
            <ac:spMk id="4" creationId="{F1906CA3-C2B8-4B4B-942E-A532F69DE240}"/>
          </ac:spMkLst>
        </pc:spChg>
      </pc:sldChg>
      <pc:sldChg chg="delSp">
        <pc:chgData name="Turnage, Shannon" userId="S::shannon.turnage@opusinspection.com::e87d4844-6a2d-46ee-bb0c-680618d6323c" providerId="AD" clId="Web-{D4CA263F-84A2-4399-9C80-B93F8A9B09B7}" dt="2023-09-15T17:00:21.861" v="49"/>
        <pc:sldMkLst>
          <pc:docMk/>
          <pc:sldMk cId="1958206775" sldId="257"/>
        </pc:sldMkLst>
        <pc:picChg chg="del">
          <ac:chgData name="Turnage, Shannon" userId="S::shannon.turnage@opusinspection.com::e87d4844-6a2d-46ee-bb0c-680618d6323c" providerId="AD" clId="Web-{D4CA263F-84A2-4399-9C80-B93F8A9B09B7}" dt="2023-09-15T17:00:21.861" v="49"/>
          <ac:picMkLst>
            <pc:docMk/>
            <pc:sldMk cId="1958206775" sldId="257"/>
            <ac:picMk id="10" creationId="{3517A10E-28CD-6E24-D6FE-AF1F4183D8C4}"/>
          </ac:picMkLst>
        </pc:picChg>
      </pc:sldChg>
      <pc:sldChg chg="delSp modSp">
        <pc:chgData name="Turnage, Shannon" userId="S::shannon.turnage@opusinspection.com::e87d4844-6a2d-46ee-bb0c-680618d6323c" providerId="AD" clId="Web-{D4CA263F-84A2-4399-9C80-B93F8A9B09B7}" dt="2023-09-15T16:56:42.793" v="13" actId="20577"/>
        <pc:sldMkLst>
          <pc:docMk/>
          <pc:sldMk cId="3431422302" sldId="258"/>
        </pc:sldMkLst>
        <pc:spChg chg="mod">
          <ac:chgData name="Turnage, Shannon" userId="S::shannon.turnage@opusinspection.com::e87d4844-6a2d-46ee-bb0c-680618d6323c" providerId="AD" clId="Web-{D4CA263F-84A2-4399-9C80-B93F8A9B09B7}" dt="2023-09-15T16:56:39.918" v="12" actId="20577"/>
          <ac:spMkLst>
            <pc:docMk/>
            <pc:sldMk cId="3431422302" sldId="258"/>
            <ac:spMk id="2" creationId="{3E989D55-F2F4-3A60-FC8C-8FAAB652411F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6:20.105" v="8" actId="20577"/>
          <ac:spMkLst>
            <pc:docMk/>
            <pc:sldMk cId="3431422302" sldId="258"/>
            <ac:spMk id="3" creationId="{378AEE30-84B3-5507-B5AB-B4AF3FF93EF6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6:42.793" v="13" actId="20577"/>
          <ac:spMkLst>
            <pc:docMk/>
            <pc:sldMk cId="3431422302" sldId="258"/>
            <ac:spMk id="4" creationId="{0AEF6E51-3767-AB67-BE09-BF7F31ADF111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6:09.464" v="6" actId="20577"/>
          <ac:spMkLst>
            <pc:docMk/>
            <pc:sldMk cId="3431422302" sldId="258"/>
            <ac:spMk id="6" creationId="{1102D5FF-8AB7-679A-E446-11F6A1143757}"/>
          </ac:spMkLst>
        </pc:spChg>
        <pc:picChg chg="del">
          <ac:chgData name="Turnage, Shannon" userId="S::shannon.turnage@opusinspection.com::e87d4844-6a2d-46ee-bb0c-680618d6323c" providerId="AD" clId="Web-{D4CA263F-84A2-4399-9C80-B93F8A9B09B7}" dt="2023-09-15T16:56:13.620" v="7"/>
          <ac:picMkLst>
            <pc:docMk/>
            <pc:sldMk cId="3431422302" sldId="258"/>
            <ac:picMk id="7" creationId="{4046CDCF-EA31-8018-5EDD-DD14189A79C3}"/>
          </ac:picMkLst>
        </pc:picChg>
      </pc:sldChg>
      <pc:sldChg chg="delSp modSp">
        <pc:chgData name="Turnage, Shannon" userId="S::shannon.turnage@opusinspection.com::e87d4844-6a2d-46ee-bb0c-680618d6323c" providerId="AD" clId="Web-{D4CA263F-84A2-4399-9C80-B93F8A9B09B7}" dt="2023-09-15T16:57:33.591" v="18"/>
        <pc:sldMkLst>
          <pc:docMk/>
          <pc:sldMk cId="1208917077" sldId="259"/>
        </pc:sldMkLst>
        <pc:spChg chg="mod">
          <ac:chgData name="Turnage, Shannon" userId="S::shannon.turnage@opusinspection.com::e87d4844-6a2d-46ee-bb0c-680618d6323c" providerId="AD" clId="Web-{D4CA263F-84A2-4399-9C80-B93F8A9B09B7}" dt="2023-09-15T16:57:15.184" v="17" actId="20577"/>
          <ac:spMkLst>
            <pc:docMk/>
            <pc:sldMk cId="1208917077" sldId="259"/>
            <ac:spMk id="2" creationId="{3E989D55-F2F4-3A60-FC8C-8FAAB652411F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7:08.575" v="15" actId="20577"/>
          <ac:spMkLst>
            <pc:docMk/>
            <pc:sldMk cId="1208917077" sldId="259"/>
            <ac:spMk id="3" creationId="{378AEE30-84B3-5507-B5AB-B4AF3FF93EF6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7:11.497" v="16" actId="20577"/>
          <ac:spMkLst>
            <pc:docMk/>
            <pc:sldMk cId="1208917077" sldId="259"/>
            <ac:spMk id="4" creationId="{0AEF6E51-3767-AB67-BE09-BF7F31ADF111}"/>
          </ac:spMkLst>
        </pc:spChg>
        <pc:spChg chg="del">
          <ac:chgData name="Turnage, Shannon" userId="S::shannon.turnage@opusinspection.com::e87d4844-6a2d-46ee-bb0c-680618d6323c" providerId="AD" clId="Web-{D4CA263F-84A2-4399-9C80-B93F8A9B09B7}" dt="2023-09-15T16:57:33.591" v="18"/>
          <ac:spMkLst>
            <pc:docMk/>
            <pc:sldMk cId="1208917077" sldId="259"/>
            <ac:spMk id="6" creationId="{1102D5FF-8AB7-679A-E446-11F6A1143757}"/>
          </ac:spMkLst>
        </pc:spChg>
        <pc:picChg chg="del">
          <ac:chgData name="Turnage, Shannon" userId="S::shannon.turnage@opusinspection.com::e87d4844-6a2d-46ee-bb0c-680618d6323c" providerId="AD" clId="Web-{D4CA263F-84A2-4399-9C80-B93F8A9B09B7}" dt="2023-09-15T16:57:02.012" v="14"/>
          <ac:picMkLst>
            <pc:docMk/>
            <pc:sldMk cId="1208917077" sldId="259"/>
            <ac:picMk id="5" creationId="{348D7232-B276-F839-5343-19C115F4985D}"/>
          </ac:picMkLst>
        </pc:picChg>
      </pc:sldChg>
      <pc:sldChg chg="delSp modSp">
        <pc:chgData name="Turnage, Shannon" userId="S::shannon.turnage@opusinspection.com::e87d4844-6a2d-46ee-bb0c-680618d6323c" providerId="AD" clId="Web-{D4CA263F-84A2-4399-9C80-B93F8A9B09B7}" dt="2023-09-15T16:58:08.311" v="25" actId="20577"/>
        <pc:sldMkLst>
          <pc:docMk/>
          <pc:sldMk cId="4085774997" sldId="260"/>
        </pc:sldMkLst>
        <pc:spChg chg="mod">
          <ac:chgData name="Turnage, Shannon" userId="S::shannon.turnage@opusinspection.com::e87d4844-6a2d-46ee-bb0c-680618d6323c" providerId="AD" clId="Web-{D4CA263F-84A2-4399-9C80-B93F8A9B09B7}" dt="2023-09-15T16:57:56.748" v="21" actId="20577"/>
          <ac:spMkLst>
            <pc:docMk/>
            <pc:sldMk cId="4085774997" sldId="260"/>
            <ac:spMk id="2" creationId="{3E989D55-F2F4-3A60-FC8C-8FAAB652411F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8:03.279" v="23" actId="20577"/>
          <ac:spMkLst>
            <pc:docMk/>
            <pc:sldMk cId="4085774997" sldId="260"/>
            <ac:spMk id="3" creationId="{378AEE30-84B3-5507-B5AB-B4AF3FF93EF6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8:00.561" v="22" actId="20577"/>
          <ac:spMkLst>
            <pc:docMk/>
            <pc:sldMk cId="4085774997" sldId="260"/>
            <ac:spMk id="4" creationId="{0AEF6E51-3767-AB67-BE09-BF7F31ADF111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8:08.311" v="25" actId="20577"/>
          <ac:spMkLst>
            <pc:docMk/>
            <pc:sldMk cId="4085774997" sldId="260"/>
            <ac:spMk id="6" creationId="{1102D5FF-8AB7-679A-E446-11F6A1143757}"/>
          </ac:spMkLst>
        </pc:spChg>
        <pc:picChg chg="del">
          <ac:chgData name="Turnage, Shannon" userId="S::shannon.turnage@opusinspection.com::e87d4844-6a2d-46ee-bb0c-680618d6323c" providerId="AD" clId="Web-{D4CA263F-84A2-4399-9C80-B93F8A9B09B7}" dt="2023-09-15T16:57:46.170" v="19"/>
          <ac:picMkLst>
            <pc:docMk/>
            <pc:sldMk cId="4085774997" sldId="260"/>
            <ac:picMk id="7" creationId="{F43C9024-CC46-CEB3-664B-BDBDA1AA34D3}"/>
          </ac:picMkLst>
        </pc:picChg>
      </pc:sldChg>
      <pc:sldChg chg="delSp modSp">
        <pc:chgData name="Turnage, Shannon" userId="S::shannon.turnage@opusinspection.com::e87d4844-6a2d-46ee-bb0c-680618d6323c" providerId="AD" clId="Web-{D4CA263F-84A2-4399-9C80-B93F8A9B09B7}" dt="2023-09-15T16:58:48.749" v="34" actId="20577"/>
        <pc:sldMkLst>
          <pc:docMk/>
          <pc:sldMk cId="3059568801" sldId="261"/>
        </pc:sldMkLst>
        <pc:spChg chg="mod">
          <ac:chgData name="Turnage, Shannon" userId="S::shannon.turnage@opusinspection.com::e87d4844-6a2d-46ee-bb0c-680618d6323c" providerId="AD" clId="Web-{D4CA263F-84A2-4399-9C80-B93F8A9B09B7}" dt="2023-09-15T16:58:31.530" v="28" actId="20577"/>
          <ac:spMkLst>
            <pc:docMk/>
            <pc:sldMk cId="3059568801" sldId="261"/>
            <ac:spMk id="2" creationId="{3E989D55-F2F4-3A60-FC8C-8FAAB652411F}"/>
          </ac:spMkLst>
        </pc:spChg>
        <pc:spChg chg="del mod">
          <ac:chgData name="Turnage, Shannon" userId="S::shannon.turnage@opusinspection.com::e87d4844-6a2d-46ee-bb0c-680618d6323c" providerId="AD" clId="Web-{D4CA263F-84A2-4399-9C80-B93F8A9B09B7}" dt="2023-09-15T16:58:41.999" v="32"/>
          <ac:spMkLst>
            <pc:docMk/>
            <pc:sldMk cId="3059568801" sldId="261"/>
            <ac:spMk id="3" creationId="{378AEE30-84B3-5507-B5AB-B4AF3FF93EF6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8:36.749" v="30" actId="20577"/>
          <ac:spMkLst>
            <pc:docMk/>
            <pc:sldMk cId="3059568801" sldId="261"/>
            <ac:spMk id="4" creationId="{0AEF6E51-3767-AB67-BE09-BF7F31ADF111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8:48.749" v="34" actId="20577"/>
          <ac:spMkLst>
            <pc:docMk/>
            <pc:sldMk cId="3059568801" sldId="261"/>
            <ac:spMk id="6" creationId="{1102D5FF-8AB7-679A-E446-11F6A1143757}"/>
          </ac:spMkLst>
        </pc:spChg>
        <pc:picChg chg="del">
          <ac:chgData name="Turnage, Shannon" userId="S::shannon.turnage@opusinspection.com::e87d4844-6a2d-46ee-bb0c-680618d6323c" providerId="AD" clId="Web-{D4CA263F-84A2-4399-9C80-B93F8A9B09B7}" dt="2023-09-15T16:58:22.702" v="26"/>
          <ac:picMkLst>
            <pc:docMk/>
            <pc:sldMk cId="3059568801" sldId="261"/>
            <ac:picMk id="5" creationId="{D9F44F24-2BDC-0223-6824-7104D1CDE293}"/>
          </ac:picMkLst>
        </pc:picChg>
        <pc:picChg chg="del">
          <ac:chgData name="Turnage, Shannon" userId="S::shannon.turnage@opusinspection.com::e87d4844-6a2d-46ee-bb0c-680618d6323c" providerId="AD" clId="Web-{D4CA263F-84A2-4399-9C80-B93F8A9B09B7}" dt="2023-09-15T16:58:24.827" v="27"/>
          <ac:picMkLst>
            <pc:docMk/>
            <pc:sldMk cId="3059568801" sldId="261"/>
            <ac:picMk id="9" creationId="{091C4346-F1E8-BAF1-DD97-ADFE5EF3C35B}"/>
          </ac:picMkLst>
        </pc:picChg>
      </pc:sldChg>
      <pc:sldChg chg="modSp ord">
        <pc:chgData name="Turnage, Shannon" userId="S::shannon.turnage@opusinspection.com::e87d4844-6a2d-46ee-bb0c-680618d6323c" providerId="AD" clId="Web-{D4CA263F-84A2-4399-9C80-B93F8A9B09B7}" dt="2023-09-15T16:59:24.922" v="40" actId="20577"/>
        <pc:sldMkLst>
          <pc:docMk/>
          <pc:sldMk cId="1210506248" sldId="262"/>
        </pc:sldMkLst>
        <pc:spChg chg="mod">
          <ac:chgData name="Turnage, Shannon" userId="S::shannon.turnage@opusinspection.com::e87d4844-6a2d-46ee-bb0c-680618d6323c" providerId="AD" clId="Web-{D4CA263F-84A2-4399-9C80-B93F8A9B09B7}" dt="2023-09-15T16:59:24.922" v="40" actId="20577"/>
          <ac:spMkLst>
            <pc:docMk/>
            <pc:sldMk cId="1210506248" sldId="262"/>
            <ac:spMk id="2" creationId="{3E989D55-F2F4-3A60-FC8C-8FAAB652411F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9:16.406" v="39" actId="20577"/>
          <ac:spMkLst>
            <pc:docMk/>
            <pc:sldMk cId="1210506248" sldId="262"/>
            <ac:spMk id="3" creationId="{378AEE30-84B3-5507-B5AB-B4AF3FF93EF6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9:10.187" v="38" actId="20577"/>
          <ac:spMkLst>
            <pc:docMk/>
            <pc:sldMk cId="1210506248" sldId="262"/>
            <ac:spMk id="4" creationId="{0AEF6E51-3767-AB67-BE09-BF7F31ADF111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9:03.250" v="37" actId="20577"/>
          <ac:spMkLst>
            <pc:docMk/>
            <pc:sldMk cId="1210506248" sldId="262"/>
            <ac:spMk id="8" creationId="{367939A9-393D-9469-EF10-BF14939EDDF2}"/>
          </ac:spMkLst>
        </pc:spChg>
      </pc:sldChg>
      <pc:sldChg chg="delSp modSp">
        <pc:chgData name="Turnage, Shannon" userId="S::shannon.turnage@opusinspection.com::e87d4844-6a2d-46ee-bb0c-680618d6323c" providerId="AD" clId="Web-{D4CA263F-84A2-4399-9C80-B93F8A9B09B7}" dt="2023-09-15T17:00:00.470" v="47"/>
        <pc:sldMkLst>
          <pc:docMk/>
          <pc:sldMk cId="382134418" sldId="263"/>
        </pc:sldMkLst>
        <pc:spChg chg="mod">
          <ac:chgData name="Turnage, Shannon" userId="S::shannon.turnage@opusinspection.com::e87d4844-6a2d-46ee-bb0c-680618d6323c" providerId="AD" clId="Web-{D4CA263F-84A2-4399-9C80-B93F8A9B09B7}" dt="2023-09-15T16:59:55.532" v="45" actId="20577"/>
          <ac:spMkLst>
            <pc:docMk/>
            <pc:sldMk cId="382134418" sldId="263"/>
            <ac:spMk id="2" creationId="{3E989D55-F2F4-3A60-FC8C-8FAAB652411F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9:51.392" v="44" actId="20577"/>
          <ac:spMkLst>
            <pc:docMk/>
            <pc:sldMk cId="382134418" sldId="263"/>
            <ac:spMk id="3" creationId="{378AEE30-84B3-5507-B5AB-B4AF3FF93EF6}"/>
          </ac:spMkLst>
        </pc:spChg>
        <pc:spChg chg="mod">
          <ac:chgData name="Turnage, Shannon" userId="S::shannon.turnage@opusinspection.com::e87d4844-6a2d-46ee-bb0c-680618d6323c" providerId="AD" clId="Web-{D4CA263F-84A2-4399-9C80-B93F8A9B09B7}" dt="2023-09-15T16:59:45.423" v="43" actId="20577"/>
          <ac:spMkLst>
            <pc:docMk/>
            <pc:sldMk cId="382134418" sldId="263"/>
            <ac:spMk id="4" creationId="{0AEF6E51-3767-AB67-BE09-BF7F31ADF111}"/>
          </ac:spMkLst>
        </pc:spChg>
        <pc:spChg chg="del mod">
          <ac:chgData name="Turnage, Shannon" userId="S::shannon.turnage@opusinspection.com::e87d4844-6a2d-46ee-bb0c-680618d6323c" providerId="AD" clId="Web-{D4CA263F-84A2-4399-9C80-B93F8A9B09B7}" dt="2023-09-15T17:00:00.470" v="47"/>
          <ac:spMkLst>
            <pc:docMk/>
            <pc:sldMk cId="382134418" sldId="263"/>
            <ac:spMk id="8" creationId="{367939A9-393D-9469-EF10-BF14939EDDF2}"/>
          </ac:spMkLst>
        </pc:spChg>
      </pc:sldChg>
      <pc:sldChg chg="modSp">
        <pc:chgData name="Turnage, Shannon" userId="S::shannon.turnage@opusinspection.com::e87d4844-6a2d-46ee-bb0c-680618d6323c" providerId="AD" clId="Web-{D4CA263F-84A2-4399-9C80-B93F8A9B09B7}" dt="2023-09-15T17:00:10.908" v="48" actId="20577"/>
        <pc:sldMkLst>
          <pc:docMk/>
          <pc:sldMk cId="3323236752" sldId="264"/>
        </pc:sldMkLst>
        <pc:spChg chg="mod">
          <ac:chgData name="Turnage, Shannon" userId="S::shannon.turnage@opusinspection.com::e87d4844-6a2d-46ee-bb0c-680618d6323c" providerId="AD" clId="Web-{D4CA263F-84A2-4399-9C80-B93F8A9B09B7}" dt="2023-09-15T17:00:10.908" v="48" actId="20577"/>
          <ac:spMkLst>
            <pc:docMk/>
            <pc:sldMk cId="3323236752" sldId="264"/>
            <ac:spMk id="2" creationId="{E8D0EFFD-2A83-4796-B123-0E0A05AC9FE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70B4F-784A-0A40-8232-2E41AC6C442D}" type="datetimeFigureOut">
              <a:rPr lang="sv-SE" smtClean="0"/>
              <a:t>2026-04-26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70C16-6488-834E-822D-A6FE91946A4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3892231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608DF-21D2-2F49-9D5F-3B564BDF13E8}" type="datetimeFigureOut">
              <a:rPr lang="sv-SE" smtClean="0"/>
              <a:t>2026-04-26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1FF8FD-6347-E84F-9DD6-3068C693689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953007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A3F7FA-BD2C-4C5C-9A87-D460F6A85C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9718" y="2496390"/>
            <a:ext cx="4039200" cy="432000"/>
          </a:xfrm>
        </p:spPr>
        <p:txBody>
          <a:bodyPr lIns="0" tIns="0" rIns="0" bIns="0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Company presentation </a:t>
            </a:r>
          </a:p>
        </p:txBody>
      </p:sp>
      <p:sp>
        <p:nvSpPr>
          <p:cNvPr id="5" name="Platshållare för innehåll 4"/>
          <p:cNvSpPr>
            <a:spLocks noGrp="1"/>
          </p:cNvSpPr>
          <p:nvPr>
            <p:ph sz="quarter" idx="12" hasCustomPrompt="1"/>
          </p:nvPr>
        </p:nvSpPr>
        <p:spPr>
          <a:xfrm>
            <a:off x="819718" y="3097915"/>
            <a:ext cx="3836988" cy="215444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>
              <a:buFontTx/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Date</a:t>
            </a:r>
          </a:p>
        </p:txBody>
      </p:sp>
      <p:pic>
        <p:nvPicPr>
          <p:cNvPr id="2" name="Bildobjekt 1" descr="OPUS-logo-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718" y="551167"/>
            <a:ext cx="4688654" cy="1500369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A5278A-510D-4F3B-8E5C-F98E73BB5A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9150" y="3552825"/>
            <a:ext cx="3836988" cy="43021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14884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 slide no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1185C019-A07A-4B04-99EA-6B44ECDBD0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9718" y="2496390"/>
            <a:ext cx="4039200" cy="432000"/>
          </a:xfrm>
        </p:spPr>
        <p:txBody>
          <a:bodyPr lIns="0" tIns="0" rIns="0" bIns="0"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dirty="0"/>
              <a:t>Company presentation </a:t>
            </a:r>
          </a:p>
        </p:txBody>
      </p:sp>
      <p:sp>
        <p:nvSpPr>
          <p:cNvPr id="5" name="Platshållare för innehåll 4"/>
          <p:cNvSpPr>
            <a:spLocks noGrp="1"/>
          </p:cNvSpPr>
          <p:nvPr>
            <p:ph sz="quarter" idx="12" hasCustomPrompt="1"/>
          </p:nvPr>
        </p:nvSpPr>
        <p:spPr>
          <a:xfrm>
            <a:off x="819718" y="3097915"/>
            <a:ext cx="3836988" cy="215444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>
              <a:buFontTx/>
              <a:buNone/>
              <a:defRPr sz="14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Date</a:t>
            </a:r>
          </a:p>
        </p:txBody>
      </p:sp>
      <p:sp>
        <p:nvSpPr>
          <p:cNvPr id="13" name="textruta 12"/>
          <p:cNvSpPr txBox="1"/>
          <p:nvPr userDrawn="1"/>
        </p:nvSpPr>
        <p:spPr>
          <a:xfrm>
            <a:off x="8686800" y="6314940"/>
            <a:ext cx="3990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C1762A0-3428-455D-9494-00810F43C04E}" type="slidenum">
              <a:rPr lang="sv-SE" sz="1300" smtClean="0"/>
              <a:t>‹#›</a:t>
            </a:fld>
            <a:endParaRPr lang="sv-SE" sz="1300" dirty="0"/>
          </a:p>
        </p:txBody>
      </p:sp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718" y="551167"/>
            <a:ext cx="4688653" cy="1500369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09C0305-6105-4B29-9EF6-0FE7DCFCCD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9150" y="3552825"/>
            <a:ext cx="3836988" cy="43021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84145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ruta 1"/>
          <p:cNvSpPr txBox="1"/>
          <p:nvPr userDrawn="1"/>
        </p:nvSpPr>
        <p:spPr>
          <a:xfrm>
            <a:off x="8686800" y="6314940"/>
            <a:ext cx="3990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C1762A0-3428-455D-9494-00810F43C04E}" type="slidenum">
              <a:rPr lang="sv-SE" sz="1300" smtClean="0"/>
              <a:t>‹#›</a:t>
            </a:fld>
            <a:endParaRPr lang="sv-SE" sz="1300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19435"/>
            <a:ext cx="7162800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320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EDF31CB-053D-4CF4-BE02-EFC7BF5E13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513866"/>
            <a:ext cx="7162800" cy="368300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 err="1"/>
              <a:t>Headline</a:t>
            </a:r>
            <a:r>
              <a:rPr lang="sv-SE" dirty="0"/>
              <a:t> 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02F5E6-83B5-4623-90B0-ED770A3C864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981200"/>
            <a:ext cx="7162800" cy="2290763"/>
          </a:xfrm>
        </p:spPr>
        <p:txBody>
          <a:bodyPr lIns="0" tIns="0" rIns="0" bIns="0"/>
          <a:lstStyle>
            <a:lvl1pPr marL="273050" indent="-273050"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540000" indent="-259200"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806400" indent="-223200"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079500" indent="-225425"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1254125" indent="-127000"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ruta 1"/>
          <p:cNvSpPr txBox="1"/>
          <p:nvPr userDrawn="1"/>
        </p:nvSpPr>
        <p:spPr>
          <a:xfrm>
            <a:off x="8686800" y="6314940"/>
            <a:ext cx="3990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C1762A0-3428-455D-9494-00810F43C04E}" type="slidenum">
              <a:rPr lang="sv-SE" sz="1300" smtClean="0"/>
              <a:t>‹#›</a:t>
            </a:fld>
            <a:endParaRPr lang="sv-SE" sz="1300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19435"/>
            <a:ext cx="7162800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320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4A4B2-3DDF-487B-A773-3D07E78511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513866"/>
            <a:ext cx="3492500" cy="368300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Column 1</a:t>
            </a:r>
          </a:p>
        </p:txBody>
      </p:sp>
      <p:sp>
        <p:nvSpPr>
          <p:cNvPr id="11" name="Platshållare för innehåll 5"/>
          <p:cNvSpPr>
            <a:spLocks noGrp="1"/>
          </p:cNvSpPr>
          <p:nvPr>
            <p:ph sz="quarter" idx="12" hasCustomPrompt="1"/>
          </p:nvPr>
        </p:nvSpPr>
        <p:spPr>
          <a:xfrm>
            <a:off x="457200" y="1958638"/>
            <a:ext cx="3492000" cy="2319925"/>
          </a:xfrm>
          <a:prstGeom prst="rect">
            <a:avLst/>
          </a:prstGeom>
        </p:spPr>
        <p:txBody>
          <a:bodyPr vert="horz" wrap="square" lIns="0" tIns="0" rIns="0" bIns="0" numCol="1">
            <a:noAutofit/>
          </a:bodyPr>
          <a:lstStyle>
            <a:lvl1pPr marL="174625" indent="-174625" algn="l">
              <a:buClr>
                <a:schemeClr val="tx1"/>
              </a:buClr>
              <a:buFont typeface="Arial" panose="020B0604020202020204" pitchFamily="34" charset="0"/>
              <a:buChar char="•"/>
              <a:defRPr sz="1800" baseline="0">
                <a:solidFill>
                  <a:srgbClr val="000000"/>
                </a:solidFill>
              </a:defRPr>
            </a:lvl1pPr>
            <a:lvl2pPr marL="447675" marR="0" indent="-1714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baseline="0">
                <a:solidFill>
                  <a:srgbClr val="000000"/>
                </a:solidFill>
              </a:defRPr>
            </a:lvl2pPr>
            <a:lvl3pPr>
              <a:defRPr sz="1400" baseline="0"/>
            </a:lvl3pPr>
            <a:lvl4pPr>
              <a:defRPr sz="1400" baseline="0"/>
            </a:lvl4pPr>
            <a:lvl5pPr>
              <a:defRPr sz="1400" baseline="0"/>
            </a:lvl5pPr>
          </a:lstStyle>
          <a:p>
            <a:pPr lvl="0"/>
            <a:r>
              <a:rPr lang="en-US" noProof="0" dirty="0"/>
              <a:t>Your copy goes here</a:t>
            </a:r>
          </a:p>
          <a:p>
            <a:pPr lvl="1"/>
            <a:r>
              <a:rPr lang="en-US" noProof="0" dirty="0"/>
              <a:t> Your copy goes here</a:t>
            </a:r>
          </a:p>
          <a:p>
            <a:pPr lvl="1"/>
            <a:r>
              <a:rPr lang="en-US" noProof="0" dirty="0"/>
              <a:t> Your copy goes here</a:t>
            </a:r>
          </a:p>
          <a:p>
            <a:pPr lvl="0"/>
            <a:r>
              <a:rPr lang="en-US" noProof="0" dirty="0"/>
              <a:t> Your copy goes here</a:t>
            </a:r>
          </a:p>
          <a:p>
            <a:pPr lvl="1"/>
            <a:r>
              <a:rPr lang="en-US" noProof="0" dirty="0"/>
              <a:t>Your copy goes here </a:t>
            </a:r>
          </a:p>
          <a:p>
            <a:pPr lvl="1"/>
            <a:r>
              <a:rPr lang="en-US" noProof="0" dirty="0"/>
              <a:t>Your copy goes here	</a:t>
            </a:r>
          </a:p>
          <a:p>
            <a:pPr lvl="0"/>
            <a:r>
              <a:rPr lang="en-US" noProof="0" dirty="0"/>
              <a:t> Your copy goes here</a:t>
            </a:r>
          </a:p>
          <a:p>
            <a:pPr lvl="1"/>
            <a:r>
              <a:rPr lang="en-US" noProof="0" dirty="0"/>
              <a:t>Your copy goes here</a:t>
            </a:r>
          </a:p>
          <a:p>
            <a:pPr lvl="1"/>
            <a:r>
              <a:rPr lang="en-US" noProof="0" dirty="0"/>
              <a:t>Your copy goes here</a:t>
            </a:r>
            <a:br>
              <a:rPr lang="en-US" noProof="0" dirty="0"/>
            </a:br>
            <a:br>
              <a:rPr lang="en-US" noProof="0" dirty="0"/>
            </a:br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3848C81-04F7-4E41-9C62-7A407215AF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28000" y="1513866"/>
            <a:ext cx="3492500" cy="368300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Column 2</a:t>
            </a:r>
          </a:p>
        </p:txBody>
      </p:sp>
      <p:sp>
        <p:nvSpPr>
          <p:cNvPr id="8" name="Platshållare för innehåll 6">
            <a:extLst>
              <a:ext uri="{FF2B5EF4-FFF2-40B4-BE49-F238E27FC236}">
                <a16:creationId xmlns:a16="http://schemas.microsoft.com/office/drawing/2014/main" id="{DA3FA438-46BB-4EE7-A9D0-5BEE6D71628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128000" y="1958638"/>
            <a:ext cx="3492000" cy="2319925"/>
          </a:xfrm>
          <a:prstGeom prst="rect">
            <a:avLst/>
          </a:prstGeom>
        </p:spPr>
        <p:txBody>
          <a:bodyPr vert="horz" wrap="square" lIns="0" tIns="0" rIns="0" bIns="0" numCol="1">
            <a:noAutofit/>
          </a:bodyPr>
          <a:lstStyle>
            <a:lvl1pPr marL="174625" indent="-174625" algn="l">
              <a:buClr>
                <a:schemeClr val="tx1"/>
              </a:buClr>
              <a:buFont typeface="Arial" panose="020B0604020202020204" pitchFamily="34" charset="0"/>
              <a:buChar char="•"/>
              <a:defRPr sz="1800" baseline="0">
                <a:solidFill>
                  <a:srgbClr val="000000"/>
                </a:solidFill>
              </a:defRPr>
            </a:lvl1pPr>
            <a:lvl2pPr marL="447675" marR="0" indent="-1714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 sz="1000" baseline="0">
                <a:solidFill>
                  <a:srgbClr val="000000"/>
                </a:solidFill>
              </a:defRPr>
            </a:lvl2pPr>
            <a:lvl3pPr>
              <a:defRPr sz="1400" baseline="0"/>
            </a:lvl3pPr>
            <a:lvl4pPr>
              <a:defRPr sz="1400" baseline="0"/>
            </a:lvl4pPr>
            <a:lvl5pPr>
              <a:defRPr sz="1400" baseline="0"/>
            </a:lvl5pPr>
          </a:lstStyle>
          <a:p>
            <a:pPr lvl="0"/>
            <a:r>
              <a:rPr lang="en-US" noProof="0" dirty="0"/>
              <a:t>Your copy goes here</a:t>
            </a:r>
          </a:p>
          <a:p>
            <a:pPr lvl="1"/>
            <a:r>
              <a:rPr lang="en-US" noProof="0" dirty="0"/>
              <a:t> Your copy goes here</a:t>
            </a:r>
          </a:p>
          <a:p>
            <a:pPr lvl="1"/>
            <a:r>
              <a:rPr lang="en-US" noProof="0" dirty="0"/>
              <a:t> Your copy goes here</a:t>
            </a:r>
          </a:p>
          <a:p>
            <a:pPr lvl="0"/>
            <a:r>
              <a:rPr lang="en-US" noProof="0" dirty="0"/>
              <a:t> Your copy goes here</a:t>
            </a:r>
          </a:p>
          <a:p>
            <a:pPr lvl="1"/>
            <a:r>
              <a:rPr lang="en-US" noProof="0" dirty="0"/>
              <a:t>Your copy goes here </a:t>
            </a:r>
          </a:p>
          <a:p>
            <a:pPr lvl="1"/>
            <a:r>
              <a:rPr lang="en-US" noProof="0" dirty="0"/>
              <a:t>Your copy goes here	</a:t>
            </a:r>
          </a:p>
          <a:p>
            <a:pPr lvl="0"/>
            <a:r>
              <a:rPr lang="en-US" noProof="0" dirty="0"/>
              <a:t> Your copy goes here</a:t>
            </a:r>
          </a:p>
          <a:p>
            <a:pPr lvl="1"/>
            <a:r>
              <a:rPr lang="en-US" noProof="0" dirty="0"/>
              <a:t>Your copy goes here</a:t>
            </a:r>
          </a:p>
          <a:p>
            <a:pPr lvl="1"/>
            <a:r>
              <a:rPr lang="en-US" noProof="0" dirty="0"/>
              <a:t>Your copy goes here</a:t>
            </a:r>
            <a:br>
              <a:rPr lang="en-US" noProof="0" dirty="0"/>
            </a:br>
            <a:br>
              <a:rPr lang="en-US" noProof="0" dirty="0"/>
            </a:br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9380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 with bullets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ruta 1"/>
          <p:cNvSpPr txBox="1"/>
          <p:nvPr userDrawn="1"/>
        </p:nvSpPr>
        <p:spPr>
          <a:xfrm>
            <a:off x="8686800" y="6314940"/>
            <a:ext cx="3990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C1762A0-3428-455D-9494-00810F43C04E}" type="slidenum">
              <a:rPr lang="sv-SE" sz="1300" smtClean="0"/>
              <a:t>‹#›</a:t>
            </a:fld>
            <a:endParaRPr lang="sv-SE" sz="1300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19435"/>
            <a:ext cx="3379537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320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F6F39F-11C6-4D82-9087-63C4DF99EC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949" y="1515600"/>
            <a:ext cx="3379788" cy="369887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2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A5D93A-1FCB-4C0A-AC1C-2B1E6B9B2A9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958400"/>
            <a:ext cx="3379537" cy="2290762"/>
          </a:xfrm>
        </p:spPr>
        <p:txBody>
          <a:bodyPr lIns="0" tIns="0" rIns="0" bIns="0"/>
          <a:lstStyle>
            <a:lvl1pPr marL="273050" indent="-273050"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540000" indent="-259200"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806400" indent="-223200" defTabSz="447675"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254125" indent="-214313"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1527175" indent="-225425"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latshållare för diagram 5"/>
          <p:cNvSpPr>
            <a:spLocks noGrp="1"/>
          </p:cNvSpPr>
          <p:nvPr>
            <p:ph type="chart" sz="quarter" idx="10" hasCustomPrompt="1"/>
          </p:nvPr>
        </p:nvSpPr>
        <p:spPr>
          <a:xfrm>
            <a:off x="4110899" y="619492"/>
            <a:ext cx="4569899" cy="47398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aseline="0">
                <a:solidFill>
                  <a:srgbClr val="000000"/>
                </a:solidFill>
              </a:defRPr>
            </a:lvl1pPr>
          </a:lstStyle>
          <a:p>
            <a:r>
              <a:rPr lang="en-US" noProof="0" dirty="0"/>
              <a:t>Insert your chart here</a:t>
            </a:r>
          </a:p>
        </p:txBody>
      </p:sp>
    </p:spTree>
    <p:extLst>
      <p:ext uri="{BB962C8B-B14F-4D97-AF65-F5344CB8AC3E}">
        <p14:creationId xmlns:p14="http://schemas.microsoft.com/office/powerpoint/2010/main" val="3421010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 with bullets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2"/>
          <p:cNvSpPr>
            <a:spLocks noGrp="1"/>
          </p:cNvSpPr>
          <p:nvPr>
            <p:ph type="pic" idx="1" hasCustomPrompt="1"/>
          </p:nvPr>
        </p:nvSpPr>
        <p:spPr>
          <a:xfrm>
            <a:off x="4110899" y="619493"/>
            <a:ext cx="4569899" cy="49707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buNone/>
              <a:defRPr sz="1400" baseline="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Drop your image here</a:t>
            </a:r>
          </a:p>
        </p:txBody>
      </p:sp>
      <p:sp>
        <p:nvSpPr>
          <p:cNvPr id="14" name="textruta 13"/>
          <p:cNvSpPr txBox="1"/>
          <p:nvPr userDrawn="1"/>
        </p:nvSpPr>
        <p:spPr>
          <a:xfrm>
            <a:off x="8686800" y="6314940"/>
            <a:ext cx="3990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C1762A0-3428-455D-9494-00810F43C04E}" type="slidenum">
              <a:rPr lang="sv-SE" sz="1300" smtClean="0"/>
              <a:t>‹#›</a:t>
            </a:fld>
            <a:endParaRPr lang="sv-SE" sz="1300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19435"/>
            <a:ext cx="3379537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320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8B908A6-41B7-4F91-8F06-BBD15954BB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949" y="1515600"/>
            <a:ext cx="3379788" cy="369887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2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79CE45DD-A43D-4723-8DC6-718C5150B73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958400"/>
            <a:ext cx="3379537" cy="2290762"/>
          </a:xfrm>
        </p:spPr>
        <p:txBody>
          <a:bodyPr lIns="0" tIns="0" rIns="0" bIns="0"/>
          <a:lstStyle>
            <a:lvl1pPr marL="273600" indent="-273600"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541338" indent="-260350"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806450" indent="-223838"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071563" indent="-241300"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1347788" indent="-236538"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, no headline 2 with bullets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2"/>
          <p:cNvSpPr>
            <a:spLocks noGrp="1"/>
          </p:cNvSpPr>
          <p:nvPr>
            <p:ph type="pic" idx="1" hasCustomPrompt="1"/>
          </p:nvPr>
        </p:nvSpPr>
        <p:spPr>
          <a:xfrm>
            <a:off x="4110899" y="619493"/>
            <a:ext cx="4569899" cy="49707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buNone/>
              <a:defRPr sz="1400" baseline="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Drop your image here</a:t>
            </a:r>
          </a:p>
        </p:txBody>
      </p:sp>
      <p:sp>
        <p:nvSpPr>
          <p:cNvPr id="14" name="textruta 13"/>
          <p:cNvSpPr txBox="1"/>
          <p:nvPr userDrawn="1"/>
        </p:nvSpPr>
        <p:spPr>
          <a:xfrm>
            <a:off x="8686800" y="6314940"/>
            <a:ext cx="3990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C1762A0-3428-455D-9494-00810F43C04E}" type="slidenum">
              <a:rPr lang="sv-SE" sz="1300" smtClean="0"/>
              <a:t>‹#›</a:t>
            </a:fld>
            <a:endParaRPr lang="sv-SE" sz="1300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19435"/>
            <a:ext cx="3379537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320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1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E87A81F-160E-4CC5-A2ED-192E1137C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15600"/>
            <a:ext cx="3379537" cy="2290762"/>
          </a:xfrm>
        </p:spPr>
        <p:txBody>
          <a:bodyPr lIns="0" tIns="0" rIns="0" bIns="0"/>
          <a:lstStyle>
            <a:lvl1pPr marL="273600" indent="-273600"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540000" indent="-259200"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806400" indent="-223200"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78100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with 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ruta 1"/>
          <p:cNvSpPr txBox="1"/>
          <p:nvPr userDrawn="1"/>
        </p:nvSpPr>
        <p:spPr>
          <a:xfrm>
            <a:off x="8686800" y="6314940"/>
            <a:ext cx="3990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C1762A0-3428-455D-9494-00810F43C04E}" type="slidenum">
              <a:rPr lang="sv-SE" sz="1300" smtClean="0"/>
              <a:t>‹#›</a:t>
            </a:fld>
            <a:endParaRPr lang="sv-SE" sz="1300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19435"/>
            <a:ext cx="7162800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320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EDF31CB-053D-4CF4-BE02-EFC7BF5E13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513866"/>
            <a:ext cx="7162800" cy="368300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 err="1"/>
              <a:t>Headline</a:t>
            </a:r>
            <a:r>
              <a:rPr lang="sv-SE" dirty="0"/>
              <a:t> 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02F5E6-83B5-4623-90B0-ED770A3C864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981200"/>
            <a:ext cx="7162800" cy="2290763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20776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ruta 1"/>
          <p:cNvSpPr txBox="1"/>
          <p:nvPr userDrawn="1"/>
        </p:nvSpPr>
        <p:spPr>
          <a:xfrm>
            <a:off x="8686800" y="6314940"/>
            <a:ext cx="3990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C1762A0-3428-455D-9494-00810F43C04E}" type="slidenum">
              <a:rPr lang="sv-SE" sz="1300" smtClean="0"/>
              <a:t>‹#›</a:t>
            </a:fld>
            <a:endParaRPr lang="sv-SE" sz="13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96E90-FAE4-48E2-B231-81321CB6DA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513866"/>
            <a:ext cx="3492500" cy="368300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Column 1</a:t>
            </a:r>
          </a:p>
        </p:txBody>
      </p:sp>
      <p:sp>
        <p:nvSpPr>
          <p:cNvPr id="11" name="Platshållare för innehåll 5"/>
          <p:cNvSpPr>
            <a:spLocks noGrp="1"/>
          </p:cNvSpPr>
          <p:nvPr>
            <p:ph sz="quarter" idx="12" hasCustomPrompt="1"/>
          </p:nvPr>
        </p:nvSpPr>
        <p:spPr>
          <a:xfrm>
            <a:off x="457200" y="1958638"/>
            <a:ext cx="3492000" cy="2319925"/>
          </a:xfrm>
          <a:prstGeom prst="rect">
            <a:avLst/>
          </a:prstGeom>
        </p:spPr>
        <p:txBody>
          <a:bodyPr vert="horz" wrap="square" lIns="0" tIns="0" rIns="0" bIns="0" numCol="1">
            <a:noAutofit/>
          </a:bodyPr>
          <a:lstStyle>
            <a:lvl1pPr marL="342900" indent="-342900" algn="l">
              <a:buAutoNum type="arabicPeriod"/>
              <a:defRPr sz="1800" baseline="0">
                <a:solidFill>
                  <a:srgbClr val="000000"/>
                </a:solidFill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000" baseline="0">
                <a:solidFill>
                  <a:srgbClr val="000000"/>
                </a:solidFill>
              </a:defRPr>
            </a:lvl2pPr>
            <a:lvl3pPr>
              <a:defRPr sz="1400" baseline="0"/>
            </a:lvl3pPr>
            <a:lvl4pPr>
              <a:defRPr sz="1400" baseline="0"/>
            </a:lvl4pPr>
            <a:lvl5pPr>
              <a:defRPr sz="1400" baseline="0"/>
            </a:lvl5pPr>
          </a:lstStyle>
          <a:p>
            <a:pPr lvl="0"/>
            <a:r>
              <a:rPr lang="en-US" noProof="0" dirty="0"/>
              <a:t>Your copy goes here</a:t>
            </a:r>
          </a:p>
          <a:p>
            <a:pPr lvl="1"/>
            <a:r>
              <a:rPr lang="en-US" noProof="0" dirty="0"/>
              <a:t> Your copy goes here</a:t>
            </a:r>
          </a:p>
          <a:p>
            <a:pPr lvl="1"/>
            <a:r>
              <a:rPr lang="en-US" noProof="0" dirty="0"/>
              <a:t> Your copy goes here</a:t>
            </a:r>
          </a:p>
          <a:p>
            <a:pPr lvl="0"/>
            <a:r>
              <a:rPr lang="en-US" noProof="0" dirty="0"/>
              <a:t> Your copy goes here</a:t>
            </a:r>
          </a:p>
          <a:p>
            <a:pPr lvl="1"/>
            <a:r>
              <a:rPr lang="en-US" noProof="0" dirty="0"/>
              <a:t>Your copy goes here </a:t>
            </a:r>
          </a:p>
          <a:p>
            <a:pPr lvl="1"/>
            <a:r>
              <a:rPr lang="en-US" noProof="0" dirty="0"/>
              <a:t>Your copy goes here	</a:t>
            </a:r>
          </a:p>
          <a:p>
            <a:pPr lvl="0"/>
            <a:r>
              <a:rPr lang="en-US" noProof="0" dirty="0"/>
              <a:t> Your copy goes here</a:t>
            </a:r>
          </a:p>
          <a:p>
            <a:pPr lvl="1"/>
            <a:r>
              <a:rPr lang="en-US" noProof="0" dirty="0"/>
              <a:t>Your copy goes here</a:t>
            </a:r>
          </a:p>
          <a:p>
            <a:pPr lvl="1"/>
            <a:r>
              <a:rPr lang="en-US" noProof="0" dirty="0"/>
              <a:t>Your copy goes here</a:t>
            </a:r>
            <a:br>
              <a:rPr lang="en-US" noProof="0" dirty="0"/>
            </a:br>
            <a:br>
              <a:rPr lang="en-US" noProof="0" dirty="0"/>
            </a:br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233FA67-9E58-4BC6-9C76-61FBE34964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28000" y="1513866"/>
            <a:ext cx="3492500" cy="368300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Column 2</a:t>
            </a:r>
          </a:p>
        </p:txBody>
      </p:sp>
      <p:sp>
        <p:nvSpPr>
          <p:cNvPr id="9" name="Platshållare för innehåll 5">
            <a:extLst>
              <a:ext uri="{FF2B5EF4-FFF2-40B4-BE49-F238E27FC236}">
                <a16:creationId xmlns:a16="http://schemas.microsoft.com/office/drawing/2014/main" id="{0A64CB3D-2219-4DE8-AFD3-7174129AD63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28000" y="1958638"/>
            <a:ext cx="3492000" cy="2319925"/>
          </a:xfrm>
          <a:prstGeom prst="rect">
            <a:avLst/>
          </a:prstGeom>
        </p:spPr>
        <p:txBody>
          <a:bodyPr vert="horz" wrap="square" lIns="0" tIns="0" rIns="0" bIns="0" numCol="1">
            <a:noAutofit/>
          </a:bodyPr>
          <a:lstStyle>
            <a:lvl1pPr marL="342900" indent="-342900" algn="l">
              <a:buAutoNum type="arabicPeriod"/>
              <a:defRPr sz="1800" baseline="0">
                <a:solidFill>
                  <a:srgbClr val="000000"/>
                </a:solidFill>
              </a:defRPr>
            </a:lvl1pPr>
            <a:lvl2pPr marL="4572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000" baseline="0">
                <a:solidFill>
                  <a:srgbClr val="000000"/>
                </a:solidFill>
              </a:defRPr>
            </a:lvl2pPr>
            <a:lvl3pPr>
              <a:defRPr sz="1400" baseline="0"/>
            </a:lvl3pPr>
            <a:lvl4pPr>
              <a:defRPr sz="1400" baseline="0"/>
            </a:lvl4pPr>
            <a:lvl5pPr>
              <a:defRPr sz="1400" baseline="0"/>
            </a:lvl5pPr>
          </a:lstStyle>
          <a:p>
            <a:pPr lvl="0"/>
            <a:r>
              <a:rPr lang="en-US" noProof="0" dirty="0"/>
              <a:t>Your copy goes here</a:t>
            </a:r>
          </a:p>
          <a:p>
            <a:pPr lvl="1"/>
            <a:r>
              <a:rPr lang="en-US" noProof="0" dirty="0"/>
              <a:t> Your copy goes here</a:t>
            </a:r>
          </a:p>
          <a:p>
            <a:pPr lvl="1"/>
            <a:r>
              <a:rPr lang="en-US" noProof="0" dirty="0"/>
              <a:t> Your copy goes here</a:t>
            </a:r>
          </a:p>
          <a:p>
            <a:pPr lvl="0"/>
            <a:r>
              <a:rPr lang="en-US" noProof="0" dirty="0"/>
              <a:t> Your copy goes here</a:t>
            </a:r>
          </a:p>
          <a:p>
            <a:pPr lvl="1"/>
            <a:r>
              <a:rPr lang="en-US" noProof="0" dirty="0"/>
              <a:t>Your copy goes here </a:t>
            </a:r>
          </a:p>
          <a:p>
            <a:pPr lvl="1"/>
            <a:r>
              <a:rPr lang="en-US" noProof="0" dirty="0"/>
              <a:t>Your copy goes here	</a:t>
            </a:r>
          </a:p>
          <a:p>
            <a:pPr lvl="0"/>
            <a:r>
              <a:rPr lang="en-US" noProof="0" dirty="0"/>
              <a:t> Your copy goes here</a:t>
            </a:r>
          </a:p>
          <a:p>
            <a:pPr lvl="1"/>
            <a:r>
              <a:rPr lang="en-US" noProof="0" dirty="0"/>
              <a:t>Your copy goes here</a:t>
            </a:r>
          </a:p>
          <a:p>
            <a:pPr lvl="1"/>
            <a:r>
              <a:rPr lang="en-US" noProof="0" dirty="0"/>
              <a:t>Your copy goes here</a:t>
            </a:r>
            <a:br>
              <a:rPr lang="en-US" noProof="0" dirty="0"/>
            </a:br>
            <a:br>
              <a:rPr lang="en-US" noProof="0" dirty="0"/>
            </a:br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Headline 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9091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 with numbered list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ruta 1"/>
          <p:cNvSpPr txBox="1"/>
          <p:nvPr userDrawn="1"/>
        </p:nvSpPr>
        <p:spPr>
          <a:xfrm>
            <a:off x="8686800" y="6314940"/>
            <a:ext cx="3990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C1762A0-3428-455D-9494-00810F43C04E}" type="slidenum">
              <a:rPr lang="sv-SE" sz="1300" smtClean="0"/>
              <a:t>‹#›</a:t>
            </a:fld>
            <a:endParaRPr lang="sv-SE" sz="1300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19435"/>
            <a:ext cx="3379537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320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8F40C2-1E15-4159-8DC4-91066EA272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949" y="1515600"/>
            <a:ext cx="3379788" cy="369887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Headline 2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A5D93A-1FCB-4C0A-AC1C-2B1E6B9B2A9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958400"/>
            <a:ext cx="3379537" cy="2290762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11" name="Platshållare för diagram 5"/>
          <p:cNvSpPr>
            <a:spLocks noGrp="1"/>
          </p:cNvSpPr>
          <p:nvPr>
            <p:ph type="chart" sz="quarter" idx="10" hasCustomPrompt="1"/>
          </p:nvPr>
        </p:nvSpPr>
        <p:spPr>
          <a:xfrm>
            <a:off x="4110899" y="619492"/>
            <a:ext cx="4569899" cy="47398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aseline="0">
                <a:solidFill>
                  <a:srgbClr val="000000"/>
                </a:solidFill>
              </a:defRPr>
            </a:lvl1pPr>
          </a:lstStyle>
          <a:p>
            <a:r>
              <a:rPr lang="en-US" noProof="0" dirty="0"/>
              <a:t>Insert your chart here</a:t>
            </a:r>
          </a:p>
        </p:txBody>
      </p:sp>
    </p:spTree>
    <p:extLst>
      <p:ext uri="{BB962C8B-B14F-4D97-AF65-F5344CB8AC3E}">
        <p14:creationId xmlns:p14="http://schemas.microsoft.com/office/powerpoint/2010/main" val="4110175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 with numbered lis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2"/>
          <p:cNvSpPr>
            <a:spLocks noGrp="1"/>
          </p:cNvSpPr>
          <p:nvPr>
            <p:ph type="pic" idx="1" hasCustomPrompt="1"/>
          </p:nvPr>
        </p:nvSpPr>
        <p:spPr>
          <a:xfrm>
            <a:off x="4110899" y="619493"/>
            <a:ext cx="4569899" cy="49707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buNone/>
              <a:defRPr sz="1400" baseline="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Drop your image here</a:t>
            </a:r>
          </a:p>
        </p:txBody>
      </p:sp>
      <p:sp>
        <p:nvSpPr>
          <p:cNvPr id="14" name="textruta 13"/>
          <p:cNvSpPr txBox="1"/>
          <p:nvPr userDrawn="1"/>
        </p:nvSpPr>
        <p:spPr>
          <a:xfrm>
            <a:off x="8686800" y="6314940"/>
            <a:ext cx="3990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C1762A0-3428-455D-9494-00810F43C04E}" type="slidenum">
              <a:rPr lang="sv-SE" sz="1300" smtClean="0"/>
              <a:t>‹#›</a:t>
            </a:fld>
            <a:endParaRPr lang="sv-SE" sz="1300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19435"/>
            <a:ext cx="3379537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320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2D2DF-E703-47BD-A518-E2B8CF4A01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949" y="1515600"/>
            <a:ext cx="3379788" cy="369887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2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79CE45DD-A43D-4723-8DC6-718C5150B73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958400"/>
            <a:ext cx="3379537" cy="2290762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74734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, no headline 2 with numbered lis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2"/>
          <p:cNvSpPr>
            <a:spLocks noGrp="1"/>
          </p:cNvSpPr>
          <p:nvPr>
            <p:ph type="pic" idx="1" hasCustomPrompt="1"/>
          </p:nvPr>
        </p:nvSpPr>
        <p:spPr>
          <a:xfrm>
            <a:off x="4110899" y="619493"/>
            <a:ext cx="4569899" cy="49707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buNone/>
              <a:defRPr sz="1400" baseline="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Drop your image here</a:t>
            </a:r>
          </a:p>
        </p:txBody>
      </p:sp>
      <p:sp>
        <p:nvSpPr>
          <p:cNvPr id="14" name="textruta 13"/>
          <p:cNvSpPr txBox="1"/>
          <p:nvPr userDrawn="1"/>
        </p:nvSpPr>
        <p:spPr>
          <a:xfrm>
            <a:off x="8686800" y="6314940"/>
            <a:ext cx="3990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C1762A0-3428-455D-9494-00810F43C04E}" type="slidenum">
              <a:rPr lang="sv-SE" sz="1300" smtClean="0"/>
              <a:t>‹#›</a:t>
            </a:fld>
            <a:endParaRPr lang="sv-SE" sz="1300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19435"/>
            <a:ext cx="3379537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320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1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E87A81F-160E-4CC5-A2ED-192E1137C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15600"/>
            <a:ext cx="3379537" cy="2290762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83164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headline 1&amp;2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ruta 1"/>
          <p:cNvSpPr txBox="1"/>
          <p:nvPr userDrawn="1"/>
        </p:nvSpPr>
        <p:spPr>
          <a:xfrm>
            <a:off x="8686800" y="6314940"/>
            <a:ext cx="3990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C1762A0-3428-455D-9494-00810F43C04E}" type="slidenum">
              <a:rPr lang="sv-SE" sz="1300" smtClean="0"/>
              <a:t>‹#›</a:t>
            </a:fld>
            <a:endParaRPr lang="sv-SE" sz="1300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19435"/>
            <a:ext cx="7162800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320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A0D4B-9A60-4109-BF08-AC5638B9E6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517375"/>
            <a:ext cx="7162800" cy="368300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2</a:t>
            </a:r>
          </a:p>
        </p:txBody>
      </p:sp>
      <p:sp>
        <p:nvSpPr>
          <p:cNvPr id="9" name="Platshållare för innehåll 5"/>
          <p:cNvSpPr>
            <a:spLocks noGrp="1"/>
          </p:cNvSpPr>
          <p:nvPr>
            <p:ph sz="quarter" idx="12" hasCustomPrompt="1"/>
          </p:nvPr>
        </p:nvSpPr>
        <p:spPr>
          <a:xfrm>
            <a:off x="457200" y="1885008"/>
            <a:ext cx="7162800" cy="369332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indent="0" algn="l">
              <a:buNone/>
              <a:defRPr sz="2400" baseline="0">
                <a:solidFill>
                  <a:srgbClr val="000000"/>
                </a:solidFill>
              </a:defRPr>
            </a:lvl1pPr>
            <a:lvl2pPr>
              <a:defRPr sz="1400" baseline="0"/>
            </a:lvl2pPr>
            <a:lvl3pPr>
              <a:defRPr sz="1400" baseline="0"/>
            </a:lvl3pPr>
            <a:lvl4pPr>
              <a:defRPr sz="1400" baseline="0"/>
            </a:lvl4pPr>
            <a:lvl5pPr>
              <a:defRPr sz="1400" baseline="0"/>
            </a:lvl5pPr>
          </a:lstStyle>
          <a:p>
            <a:pPr lvl="0"/>
            <a:r>
              <a:rPr lang="en-US" noProof="0" dirty="0"/>
              <a:t>Your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2884327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headline 1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ruta 1"/>
          <p:cNvSpPr txBox="1"/>
          <p:nvPr userDrawn="1"/>
        </p:nvSpPr>
        <p:spPr>
          <a:xfrm>
            <a:off x="8686800" y="6314940"/>
            <a:ext cx="3990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C1762A0-3428-455D-9494-00810F43C04E}" type="slidenum">
              <a:rPr lang="sv-SE" sz="1300" smtClean="0"/>
              <a:t>‹#›</a:t>
            </a:fld>
            <a:endParaRPr lang="sv-SE" sz="1300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19435"/>
            <a:ext cx="7162800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320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1</a:t>
            </a:r>
          </a:p>
        </p:txBody>
      </p:sp>
      <p:sp>
        <p:nvSpPr>
          <p:cNvPr id="9" name="Platshållare för innehåll 5"/>
          <p:cNvSpPr>
            <a:spLocks noGrp="1"/>
          </p:cNvSpPr>
          <p:nvPr>
            <p:ph sz="quarter" idx="12" hasCustomPrompt="1"/>
          </p:nvPr>
        </p:nvSpPr>
        <p:spPr>
          <a:xfrm>
            <a:off x="457200" y="1363639"/>
            <a:ext cx="7162800" cy="369332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indent="0" algn="l">
              <a:buNone/>
              <a:defRPr sz="2400" baseline="0">
                <a:solidFill>
                  <a:srgbClr val="000000"/>
                </a:solidFill>
              </a:defRPr>
            </a:lvl1pPr>
            <a:lvl2pPr>
              <a:defRPr sz="1400" baseline="0"/>
            </a:lvl2pPr>
            <a:lvl3pPr>
              <a:defRPr sz="1400" baseline="0"/>
            </a:lvl3pPr>
            <a:lvl4pPr>
              <a:defRPr sz="1400" baseline="0"/>
            </a:lvl4pPr>
            <a:lvl5pPr>
              <a:defRPr sz="1400" baseline="0"/>
            </a:lvl5pPr>
          </a:lstStyle>
          <a:p>
            <a:pPr lvl="0"/>
            <a:r>
              <a:rPr lang="en-US" noProof="0" dirty="0"/>
              <a:t>Your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33300723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1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abell 5"/>
          <p:cNvSpPr>
            <a:spLocks noGrp="1"/>
          </p:cNvSpPr>
          <p:nvPr>
            <p:ph type="tbl" sz="quarter" idx="10" hasCustomPrompt="1"/>
          </p:nvPr>
        </p:nvSpPr>
        <p:spPr>
          <a:xfrm>
            <a:off x="457200" y="1317954"/>
            <a:ext cx="8249099" cy="39451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aseline="0">
                <a:solidFill>
                  <a:srgbClr val="000000"/>
                </a:solidFill>
              </a:defRPr>
            </a:lvl1pPr>
          </a:lstStyle>
          <a:p>
            <a:r>
              <a:rPr lang="en-US" noProof="0" dirty="0"/>
              <a:t>Insert your chart here</a:t>
            </a:r>
          </a:p>
        </p:txBody>
      </p:sp>
      <p:sp>
        <p:nvSpPr>
          <p:cNvPr id="13" name="textruta 12"/>
          <p:cNvSpPr txBox="1"/>
          <p:nvPr userDrawn="1"/>
        </p:nvSpPr>
        <p:spPr>
          <a:xfrm>
            <a:off x="8686800" y="6314940"/>
            <a:ext cx="3990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C1762A0-3428-455D-9494-00810F43C04E}" type="slidenum">
              <a:rPr lang="sv-SE" sz="1300" smtClean="0"/>
              <a:t>‹#›</a:t>
            </a:fld>
            <a:endParaRPr lang="sv-SE" sz="1300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19435"/>
            <a:ext cx="3379537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320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1</a:t>
            </a:r>
          </a:p>
        </p:txBody>
      </p:sp>
    </p:spTree>
    <p:extLst>
      <p:ext uri="{BB962C8B-B14F-4D97-AF65-F5344CB8AC3E}">
        <p14:creationId xmlns:p14="http://schemas.microsoft.com/office/powerpoint/2010/main" val="10598490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 headline 1&amp;2 with copy &amp; imag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 descr="OPUS-logo-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6000" y="136800"/>
            <a:ext cx="871284" cy="278811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19435"/>
            <a:ext cx="7162800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87CE9-7889-472F-B075-14271BE90C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517375"/>
            <a:ext cx="7162800" cy="368300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2</a:t>
            </a:r>
          </a:p>
        </p:txBody>
      </p:sp>
      <p:sp>
        <p:nvSpPr>
          <p:cNvPr id="10" name="Platshållare för innehåll 5"/>
          <p:cNvSpPr>
            <a:spLocks noGrp="1"/>
          </p:cNvSpPr>
          <p:nvPr>
            <p:ph sz="quarter" idx="12" hasCustomPrompt="1"/>
          </p:nvPr>
        </p:nvSpPr>
        <p:spPr>
          <a:xfrm>
            <a:off x="457200" y="1885008"/>
            <a:ext cx="7162800" cy="369332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indent="0" algn="l">
              <a:buNone/>
              <a:defRPr sz="2400" baseline="0">
                <a:solidFill>
                  <a:srgbClr val="FFFFFF"/>
                </a:solidFill>
              </a:defRPr>
            </a:lvl1pPr>
            <a:lvl2pPr>
              <a:defRPr sz="1400" baseline="0"/>
            </a:lvl2pPr>
            <a:lvl3pPr>
              <a:defRPr sz="1400" baseline="0"/>
            </a:lvl3pPr>
            <a:lvl4pPr>
              <a:defRPr sz="1400" baseline="0"/>
            </a:lvl4pPr>
            <a:lvl5pPr>
              <a:defRPr sz="1400" baseline="0"/>
            </a:lvl5pPr>
          </a:lstStyle>
          <a:p>
            <a:pPr lvl="0"/>
            <a:r>
              <a:rPr lang="en-US" noProof="0" dirty="0"/>
              <a:t>Your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5186165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 headline 1&amp;2 with copy low &amp; imag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 descr="OPUS-logo-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6000" y="136800"/>
            <a:ext cx="871284" cy="278811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777014"/>
            <a:ext cx="7162800" cy="4924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432C2-730A-451A-B223-DC36B921DF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674954"/>
            <a:ext cx="7162800" cy="366712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2</a:t>
            </a:r>
          </a:p>
        </p:txBody>
      </p:sp>
      <p:sp>
        <p:nvSpPr>
          <p:cNvPr id="10" name="Platshållare för innehåll 5"/>
          <p:cNvSpPr>
            <a:spLocks noGrp="1"/>
          </p:cNvSpPr>
          <p:nvPr>
            <p:ph sz="quarter" idx="12" hasCustomPrompt="1"/>
          </p:nvPr>
        </p:nvSpPr>
        <p:spPr>
          <a:xfrm>
            <a:off x="457200" y="6042587"/>
            <a:ext cx="7162800" cy="369332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>
            <a:lvl1pPr marL="0" indent="0" algn="l">
              <a:buNone/>
              <a:defRPr sz="2400" baseline="0">
                <a:solidFill>
                  <a:srgbClr val="FFFFFF"/>
                </a:solidFill>
              </a:defRPr>
            </a:lvl1pPr>
            <a:lvl2pPr>
              <a:defRPr sz="1400" baseline="0"/>
            </a:lvl2pPr>
            <a:lvl3pPr>
              <a:defRPr sz="1400" baseline="0"/>
            </a:lvl3pPr>
            <a:lvl4pPr>
              <a:defRPr sz="1400" baseline="0"/>
            </a:lvl4pPr>
            <a:lvl5pPr>
              <a:defRPr sz="1400" baseline="0"/>
            </a:lvl5pPr>
          </a:lstStyle>
          <a:p>
            <a:pPr lvl="0"/>
            <a:r>
              <a:rPr lang="en-US" noProof="0" dirty="0"/>
              <a:t>Your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2255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59438C-E93E-4E55-A0BB-48E79A0D4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19200"/>
            <a:ext cx="7164000" cy="493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76226-872A-4970-9E05-824BEEF6B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15600"/>
            <a:ext cx="7164000" cy="2757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pic>
        <p:nvPicPr>
          <p:cNvPr id="4" name="Bildobjekt 7">
            <a:extLst>
              <a:ext uri="{FF2B5EF4-FFF2-40B4-BE49-F238E27FC236}">
                <a16:creationId xmlns:a16="http://schemas.microsoft.com/office/drawing/2014/main" id="{1C7CF3C9-C739-4038-9A98-6D54E06CF8A4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6861" y="135220"/>
            <a:ext cx="866393" cy="27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79" r:id="rId1"/>
    <p:sldLayoutId id="2147493490" r:id="rId2"/>
    <p:sldLayoutId id="2147493457" r:id="rId3"/>
    <p:sldLayoutId id="2147493496" r:id="rId4"/>
    <p:sldLayoutId id="2147493493" r:id="rId5"/>
    <p:sldLayoutId id="2147493456" r:id="rId6"/>
    <p:sldLayoutId id="2147493497" r:id="rId7"/>
    <p:sldLayoutId id="2147493498" r:id="rId8"/>
    <p:sldLayoutId id="2147493499" r:id="rId9"/>
    <p:sldLayoutId id="2147493500" r:id="rId10"/>
    <p:sldLayoutId id="2147493501" r:id="rId11"/>
    <p:sldLayoutId id="2147493502" r:id="rId12"/>
    <p:sldLayoutId id="2147493494" r:id="rId13"/>
    <p:sldLayoutId id="2147493495" r:id="rId14"/>
    <p:sldLayoutId id="2147493489" r:id="rId15"/>
    <p:sldLayoutId id="2147493480" r:id="rId16"/>
    <p:sldLayoutId id="2147493492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457200" rtl="0" eaLnBrk="1" latinLnBrk="0" hangingPunct="1">
        <a:spcBef>
          <a:spcPct val="20000"/>
        </a:spcBef>
        <a:buFont typeface="+mj-lt"/>
        <a:buAutoNum type="arabicPeriod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800100" indent="-342900" algn="l" defTabSz="457200" rtl="0" eaLnBrk="1" latinLnBrk="0" hangingPunct="1">
        <a:spcBef>
          <a:spcPct val="20000"/>
        </a:spcBef>
        <a:buFont typeface="+mj-lt"/>
        <a:buAutoNum type="alphaLcPeriod"/>
        <a:defRPr sz="1800" kern="1200">
          <a:solidFill>
            <a:srgbClr val="000000"/>
          </a:solidFill>
          <a:latin typeface="+mn-lt"/>
          <a:ea typeface="+mn-ea"/>
          <a:cs typeface="+mn-cs"/>
        </a:defRPr>
      </a:lvl2pPr>
      <a:lvl3pPr marL="1314450" indent="-400050" algn="l" defTabSz="457200" rtl="0" eaLnBrk="1" latinLnBrk="0" hangingPunct="1">
        <a:spcBef>
          <a:spcPct val="20000"/>
        </a:spcBef>
        <a:buFont typeface="+mj-lt"/>
        <a:buAutoNum type="romanLcPeriod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771650" indent="-400050" algn="l" defTabSz="457200" rtl="0" eaLnBrk="1" latinLnBrk="0" hangingPunct="1">
        <a:spcBef>
          <a:spcPct val="20000"/>
        </a:spcBef>
        <a:buFont typeface="+mj-lt"/>
        <a:buAutoNum type="romanLcPeriod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228850" indent="-400050" algn="l" defTabSz="457200" rtl="0" eaLnBrk="1" latinLnBrk="0" hangingPunct="1">
        <a:spcBef>
          <a:spcPct val="20000"/>
        </a:spcBef>
        <a:buFont typeface="+mj-lt"/>
        <a:buAutoNum type="romanLcPeriod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0EFFD-2A83-4796-B123-0E0A05A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717" y="2496390"/>
            <a:ext cx="4690745" cy="432000"/>
          </a:xfrm>
        </p:spPr>
        <p:txBody>
          <a:bodyPr/>
          <a:lstStyle/>
          <a:p>
            <a:endParaRPr lang="sv-SE" dirty="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0FA4D-656B-4852-9CE7-B9AF86287E8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0" tIns="0" rIns="0" bIns="0" rtlCol="0" anchor="t">
            <a:noAutofit/>
          </a:bodyPr>
          <a:lstStyle/>
          <a:p>
            <a:endParaRPr lang="sv-SE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906CA3-C2B8-4B4B-942E-A532F69DE2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endParaRPr lang="sv-SE" dirty="0">
              <a:cs typeface="Arial"/>
            </a:endParaRP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57113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89D55-F2F4-3A60-FC8C-8FAAB652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AEE30-84B3-5507-B5AB-B4AF3FF93EF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198" y="2003874"/>
            <a:ext cx="8325853" cy="369332"/>
          </a:xfrm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F6E51-3767-AB67-BE09-BF7F31ADF1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333225"/>
            <a:ext cx="7162800" cy="368300"/>
          </a:xfrm>
        </p:spPr>
        <p:txBody>
          <a:bodyPr vert="horz" lIns="0" tIns="0" rIns="0" bIns="0" rtlCol="0" anchor="t">
            <a:noAutofit/>
          </a:bodyPr>
          <a:lstStyle/>
          <a:p>
            <a:endParaRPr lang="en-US" dirty="0"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2D5FF-8AB7-679A-E446-11F6A1143757}"/>
              </a:ext>
            </a:extLst>
          </p:cNvPr>
          <p:cNvSpPr txBox="1"/>
          <p:nvPr/>
        </p:nvSpPr>
        <p:spPr>
          <a:xfrm>
            <a:off x="360949" y="3830646"/>
            <a:ext cx="832585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dirty="0"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142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89D55-F2F4-3A60-FC8C-8FAAB652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AEE30-84B3-5507-B5AB-B4AF3FF93EF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198" y="2003874"/>
            <a:ext cx="8325853" cy="369332"/>
          </a:xfrm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F6E51-3767-AB67-BE09-BF7F31ADF1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333225"/>
            <a:ext cx="7162800" cy="368300"/>
          </a:xfrm>
        </p:spPr>
        <p:txBody>
          <a:bodyPr vert="horz" lIns="0" tIns="0" rIns="0" bIns="0" rtlCol="0" anchor="t">
            <a:noAutofit/>
          </a:bodyPr>
          <a:lstStyle/>
          <a:p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8917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89D55-F2F4-3A60-FC8C-8FAAB652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AEE30-84B3-5507-B5AB-B4AF3FF93EF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198" y="2003874"/>
            <a:ext cx="8325853" cy="369332"/>
          </a:xfrm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F6E51-3767-AB67-BE09-BF7F31ADF1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333225"/>
            <a:ext cx="7162800" cy="368300"/>
          </a:xfrm>
        </p:spPr>
        <p:txBody>
          <a:bodyPr vert="horz" lIns="0" tIns="0" rIns="0" bIns="0" rtlCol="0" anchor="t">
            <a:noAutofit/>
          </a:bodyPr>
          <a:lstStyle/>
          <a:p>
            <a:endParaRPr lang="en-US" dirty="0"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2D5FF-8AB7-679A-E446-11F6A1143757}"/>
              </a:ext>
            </a:extLst>
          </p:cNvPr>
          <p:cNvSpPr txBox="1"/>
          <p:nvPr/>
        </p:nvSpPr>
        <p:spPr>
          <a:xfrm>
            <a:off x="360949" y="3830646"/>
            <a:ext cx="8325853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Times New Roman"/>
              <a:ea typeface="Calibri" panose="020F0502020204030204" pitchFamily="34" charset="0"/>
              <a:cs typeface="Calibri"/>
            </a:endParaRP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5774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89D55-F2F4-3A60-FC8C-8FAAB652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F6E51-3767-AB67-BE09-BF7F31ADF1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116" y="1341944"/>
            <a:ext cx="7531768" cy="368300"/>
          </a:xfrm>
        </p:spPr>
        <p:txBody>
          <a:bodyPr vert="horz" lIns="0" tIns="0" rIns="0" bIns="0" rtlCol="0" anchor="t">
            <a:noAutofit/>
          </a:bodyPr>
          <a:lstStyle/>
          <a:p>
            <a:endParaRPr lang="en-US" dirty="0"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2D5FF-8AB7-679A-E446-11F6A1143757}"/>
              </a:ext>
            </a:extLst>
          </p:cNvPr>
          <p:cNvSpPr txBox="1"/>
          <p:nvPr/>
        </p:nvSpPr>
        <p:spPr>
          <a:xfrm>
            <a:off x="360949" y="3281757"/>
            <a:ext cx="8325853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Google Sans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59568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206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89D55-F2F4-3A60-FC8C-8FAAB652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AEE30-84B3-5507-B5AB-B4AF3FF93EF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819208"/>
            <a:ext cx="8325853" cy="369332"/>
          </a:xfrm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F6E51-3767-AB67-BE09-BF7F31ADF1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116" y="1341944"/>
            <a:ext cx="7531768" cy="368300"/>
          </a:xfrm>
        </p:spPr>
        <p:txBody>
          <a:bodyPr vert="horz" lIns="0" tIns="0" rIns="0" bIns="0" rtlCol="0" anchor="t">
            <a:noAutofit/>
          </a:bodyPr>
          <a:lstStyle/>
          <a:p>
            <a:endParaRPr lang="en-US" dirty="0">
              <a:cs typeface="Arial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7939A9-393D-9469-EF10-BF14939EDDF2}"/>
              </a:ext>
            </a:extLst>
          </p:cNvPr>
          <p:cNvSpPr txBox="1"/>
          <p:nvPr/>
        </p:nvSpPr>
        <p:spPr>
          <a:xfrm>
            <a:off x="272716" y="2297504"/>
            <a:ext cx="8325852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506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89D55-F2F4-3A60-FC8C-8FAAB652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AEE30-84B3-5507-B5AB-B4AF3FF93EF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819208"/>
            <a:ext cx="8325853" cy="369332"/>
          </a:xfrm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endParaRPr lang="en-US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F6E51-3767-AB67-BE09-BF7F31ADF1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116" y="1341944"/>
            <a:ext cx="7531768" cy="368300"/>
          </a:xfrm>
        </p:spPr>
        <p:txBody>
          <a:bodyPr vert="horz" lIns="0" tIns="0" rIns="0" bIns="0" rtlCol="0" anchor="t">
            <a:noAutofit/>
          </a:bodyPr>
          <a:lstStyle/>
          <a:p>
            <a:endParaRPr lang="en-US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34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0EFFD-2A83-4796-B123-0E0A05A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79" y="2490036"/>
            <a:ext cx="8155841" cy="2125578"/>
          </a:xfrm>
        </p:spPr>
        <p:txBody>
          <a:bodyPr/>
          <a:lstStyle/>
          <a:p>
            <a:pPr algn="ctr"/>
            <a:endParaRPr lang="sv-SE" sz="20000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906CA3-C2B8-4B4B-942E-A532F69DE2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sv-SE" dirty="0"/>
              <a:t>\</a:t>
            </a:r>
          </a:p>
        </p:txBody>
      </p:sp>
    </p:spTree>
    <p:extLst>
      <p:ext uri="{BB962C8B-B14F-4D97-AF65-F5344CB8AC3E}">
        <p14:creationId xmlns:p14="http://schemas.microsoft.com/office/powerpoint/2010/main" val="3323236752"/>
      </p:ext>
    </p:extLst>
  </p:cSld>
  <p:clrMapOvr>
    <a:masterClrMapping/>
  </p:clrMapOvr>
</p:sld>
</file>

<file path=ppt/theme/theme1.xml><?xml version="1.0" encoding="utf-8"?>
<a:theme xmlns:a="http://schemas.openxmlformats.org/drawingml/2006/main" name="Opus Presentation Template 2017 ver3">
  <a:themeElements>
    <a:clrScheme name="Anpassad 12">
      <a:dk1>
        <a:srgbClr val="004847"/>
      </a:dk1>
      <a:lt1>
        <a:sysClr val="window" lastClr="FFFFFF"/>
      </a:lt1>
      <a:dk2>
        <a:srgbClr val="1F497D"/>
      </a:dk2>
      <a:lt2>
        <a:srgbClr val="EEECE1"/>
      </a:lt2>
      <a:accent1>
        <a:srgbClr val="69B3E7"/>
      </a:accent1>
      <a:accent2>
        <a:srgbClr val="63B1BC"/>
      </a:accent2>
      <a:accent3>
        <a:srgbClr val="004851"/>
      </a:accent3>
      <a:accent4>
        <a:srgbClr val="8064A2"/>
      </a:accent4>
      <a:accent5>
        <a:srgbClr val="4BACC6"/>
      </a:accent5>
      <a:accent6>
        <a:srgbClr val="FF8200"/>
      </a:accent6>
      <a:hlink>
        <a:srgbClr val="0000FF"/>
      </a:hlink>
      <a:folHlink>
        <a:srgbClr val="800080"/>
      </a:folHlink>
    </a:clrScheme>
    <a:fontScheme name="Office - klassiskt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pus Presentation Template 2019_4.3_UPDATE.potx" id="{4E59D227-5C0C-4340-9F6D-960F22566F3C}" vid="{FD1DDE84-E0A0-4DFC-B19E-B451D47FF398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9E19D915F6AD4385FEED8F8D339C87" ma:contentTypeVersion="14" ma:contentTypeDescription="Create a new document." ma:contentTypeScope="" ma:versionID="bfa2179b7d622c0627fa7094fe8133fa">
  <xsd:schema xmlns:xsd="http://www.w3.org/2001/XMLSchema" xmlns:xs="http://www.w3.org/2001/XMLSchema" xmlns:p="http://schemas.microsoft.com/office/2006/metadata/properties" xmlns:ns2="308f07f7-83be-4d32-ae4d-212b8ee267e5" xmlns:ns3="7b0b4e6c-aa74-4134-aecb-0f742c827e67" targetNamespace="http://schemas.microsoft.com/office/2006/metadata/properties" ma:root="true" ma:fieldsID="5a644d6a3d914acf3532ac315818bfbe" ns2:_="" ns3:_="">
    <xsd:import namespace="308f07f7-83be-4d32-ae4d-212b8ee267e5"/>
    <xsd:import namespace="7b0b4e6c-aa74-4134-aecb-0f742c827e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8f07f7-83be-4d32-ae4d-212b8ee267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7f7c14b-0ab5-430f-a600-0420eaabc1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0b4e6c-aa74-4134-aecb-0f742c827e6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7d5bdbd-a641-4934-a429-e0e2b84e2da8}" ma:internalName="TaxCatchAll" ma:showField="CatchAllData" ma:web="7b0b4e6c-aa74-4134-aecb-0f742c827e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0b4e6c-aa74-4134-aecb-0f742c827e67" xsi:nil="true"/>
    <lcf76f155ced4ddcb4097134ff3c332f xmlns="308f07f7-83be-4d32-ae4d-212b8ee267e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1541FF0-64DE-42E7-B615-5DA732B5D38C}"/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purl.org/dc/elements/1.1/"/>
    <ds:schemaRef ds:uri="http://purl.org/dc/terms/"/>
    <ds:schemaRef ds:uri="308f07f7-83be-4d32-ae4d-212b8ee267e5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www.w3.org/XML/1998/namespace"/>
    <ds:schemaRef ds:uri="http://schemas.openxmlformats.org/package/2006/metadata/core-properties"/>
    <ds:schemaRef ds:uri="7b0b4e6c-aa74-4134-aecb-0f742c827e67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Opus Presentation Template 2019_4.3_UPDATED</Template>
  <TotalTime>93</TotalTime>
  <Words>1</Words>
  <Application>Microsoft Office PowerPoint</Application>
  <PresentationFormat>On-screen Show (4:3)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Google Sans</vt:lpstr>
      <vt:lpstr>Times New Roman</vt:lpstr>
      <vt:lpstr>Opus Presentation Template 2017 ver3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Sands, Jim</dc:creator>
  <cp:lastModifiedBy>Blondeaux, Gerry</cp:lastModifiedBy>
  <cp:revision>40</cp:revision>
  <cp:lastPrinted>2017-06-20T08:46:09Z</cp:lastPrinted>
  <dcterms:created xsi:type="dcterms:W3CDTF">2023-03-17T16:29:48Z</dcterms:created>
  <dcterms:modified xsi:type="dcterms:W3CDTF">2026-04-26T20:38:16Z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0x010100999E19D915F6AD4385FEED8F8D339C87</vt:lpwstr>
  </property>
  <property fmtid="{D5CDD505-2E9C-101B-9397-08002B2CF9AE}" pid="3" name="_NewReviewCycle">
    <vt:lpwstr/>
  </property>
  <property fmtid="{D5CDD505-2E9C-101B-9397-08002B2CF9AE}" pid="4" name="MediaServiceImageTags">
    <vt:lpwstr/>
  </property>
</Properties>
</file>