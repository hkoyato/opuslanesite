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Opus LaneSight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3D500"/>
                </a:solidFill>
              </a:defRPr>
            </a:pPr>
            <a:r>
              <a:t>AI-Powered Station Wait-Time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Specialized LPR camera hardware is expensive to deploy and maintain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Plate-based systems capture identity events, not full station-flow behavior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Station managers lack real-time lane-level queue insight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Public wait estimates don't reflect actual current queue behavior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Privacy expectations favor anonymous tracking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How can we deliver rich, real-time wait-time intelligence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using standard cameras — without reading license plates?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Solution: Opus LaneSight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Uses existing station HD IP cameras (no new hardware)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Detects and tracks vehicles with anonymous temporary session IDs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Calculates real-time wait estimates from actual queue behavior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Dual detection: Local YOLOv8 (free) or AWS Rekognition (cloud)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Provides operational dashboard for station managers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Publishes motorist-friendly public wait estimates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Privacy-preserving by design: no plate reading, no driver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0968F"/>
                </a:solidFill>
              </a:defRPr>
            </a:pPr>
            <a:r>
              <a:t>Standard HD IP cameras + AWS AI = anonymous wait-time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INPUT: Video files (MP4) or Live streams (RTSP/RTMP/HTTP)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DETECTION: YOLOv8 (local, free, fast) ↔ AWS Rekognition (cloud, scalable)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Switchable via --detector flag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TRACKING: DeepSORT with Kalman filter + appearance re-identification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Handles occlusions, maintains identity across frames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METRICS: Queue depth, wait time, throughput, bottleneck detection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OUTPUT: Internal dashboard (operations) + Public wait card (motorists)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AWS Services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Amazon Rekognition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Vehicle detection (DetectLabels)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✓ Implemented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Amazon Rekognition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Plate region localization (DetectText)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✓ Implemented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Amazon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AI-generated station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Amazon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Video and frame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DynamoDB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Session and metric 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Public wait-time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 Cost Optimization: Adaptive Detection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Scene State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Detection Interval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 Savings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Warmup (first 2.5s)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Every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1920px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Full accuracy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Stable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Every 10th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960px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90% savings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Empty (no vehicles)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Every 30th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640px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97% savings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Activity spike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Every frame (instant)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1920px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Instant react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Tracking Intelligence: Handling Occlusions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Challenge: Vehicles blocking each other at inspection stations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Three-layer approach: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1. Kalman filter prediction — tracks survive 4 seconds during occlusion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2. Gallery re-identification — appearance + spatial matching revives tracks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3. Plate-text deduplication — merges any remaining duplicates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Result: Same vehicle blocked for 3+ seconds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→ Still counted as ONE vehicle with continuous wait time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Additional techniques: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Hungarian algorithm for globally optimal track assignment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HSV color histograms on spatial grid for appearance matching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OCR-aware text normalization for plate similarity (7↔1, O↔0)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No plate reading — OCR disabled in production (--no-ocr)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No driver identification — only anonymous integer session IDs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Temporary sessions — IDs expire when vehicle exits camera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Aggregate only — public display shows wait estimate, not individual vehicles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No data retention — session data discarded after vehicle leaves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0968F"/>
                </a:solidFill>
              </a:defRPr>
            </a:pPr>
            <a:r>
              <a:t>LaneSight uses temporary anonymous vehicle session IDs. License plates and driver identities are not read or stored.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What you'll see: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1. Video processed through the detection pipeline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2. Real-time vehicle detection with bounding boxes and IDs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3. Wait-time calculation (enter time → leave time → duration)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4. Internal dashboard with queue metrics and status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5. Public wait-time card (motorist-friendly display)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Demo commands: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# Local YOLO (fast, free)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python main.py --video demo.mp4 --no-ocr --show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# AWS Rekognition with adaptive optimization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python main.py --video demo.mp4 --detector rekognition --auto-adjust --show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Wait-Time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Formula: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Public Wait = Queue Depth × Avg Inspection Time ÷ Active Lanes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Example: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9 vehicles × 6.2 min ÷ 3 lanes = 18.6 min → Public: 19 minutes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Enhanced with: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Rolling 15-minute average inspection duration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Confidence scoring from detection quality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Smoothing to prevent volatile public estimates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Automatic fallback when confidence is low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Key principle: calculation is deterministic, not AI-generated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COST REDUCTION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Eliminates specialized LPR cameras ($5K–15K per lane)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Uses existing HD IP cameras already at stations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Rekognition: ~$0.10/minute with adaptive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CUSTOMER EXPERIENCE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Accurate real-time wait estimates help motorists plan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Reduces frustration from unexpected delays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OPERATIONAL EXCELLENCE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Station managers see queue bottlenecks in real time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Lane-level metrics identify underperforming lanes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Data supports staffing and process improvement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PROGRAM TRANSPARENCY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Measurable service levels across all stations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Guardrails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AI Guardrails: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Wait-time calculation is deterministic (not AI-generated)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Bedrock summaries grounded only in measured metrics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Confidence scores shown in internal views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Low-confidence states suppress public estimates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Operational Guardrails: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Camera issues → 'wait time unavailable' fallback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Manual lane-count override available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Estimates smoothed over rolling windows (no volatile jumps)</a:t>
            </a:r>
          </a:p>
          <a:p>
            <a:pPr lvl="1">
              <a:spcAft>
                <a:spcPts val="800"/>
              </a:spcAft>
              <a:defRPr sz="1600">
                <a:solidFill>
                  <a:srgbClr val="54565A"/>
                </a:solidFill>
              </a:defRPr>
            </a:pPr>
            <a:r>
              <a:t>• Station manager alerted before public-facing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Risks and Mitigations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96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Vehicle occlusion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Kalman prediction + gallery re-ID + elevated cameras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Identity swaps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Appearance features + motion continuity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Poor lighting/weather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Confidence scores + fallback estimates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API cost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Adaptive controller (90-97% reduction during idle)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Estimate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Rolling-window smoothing before publishing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Privacy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31E29"/>
                          </a:solidFill>
                        </a:defRPr>
                      </a:pPr>
                      <a:r>
                        <a:t>No plate reading + anonymous IDs + no retention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30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1. Obtain approved, anonymized inspection-station footage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2. Define lane and zone calibration workflow per station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3. Compare LaneSight estimates against existing wait-time data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4. Measure accuracy across station types, times, and weather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5. Add confidence thresholds and fallback rules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6. Build pilot dashboard for one production station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7. Define integration with existing public wait-time systems</a:t>
            </a:r>
          </a:p>
          <a:p>
            <a:pPr>
              <a:spcAft>
                <a:spcPts val="800"/>
              </a:spcAft>
              <a:defRPr sz="1800">
                <a:solidFill>
                  <a:srgbClr val="131E29"/>
                </a:solidFill>
              </a:defRPr>
            </a:pPr>
            <a:r>
              <a:t>8. Cost comparison: LPR-based vs. IP-camera-based instrumentation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"Making the world a safer and cleaner place — one queue at a time."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3D500"/>
                </a:solidFill>
              </a:defRPr>
            </a:pPr>
            <a:r>
              <a:t>Opus LaneSight • AI-Powered Station Wait-Time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